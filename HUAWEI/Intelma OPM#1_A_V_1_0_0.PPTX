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73" r:id="rId2"/>
    <p:sldId id="257" r:id="rId3"/>
    <p:sldId id="285" r:id="rId4"/>
    <p:sldId id="258" r:id="rId5"/>
    <p:sldId id="276" r:id="rId6"/>
    <p:sldId id="279" r:id="rId7"/>
    <p:sldId id="287" r:id="rId8"/>
    <p:sldId id="288" r:id="rId9"/>
    <p:sldId id="293" r:id="rId10"/>
    <p:sldId id="289" r:id="rId11"/>
    <p:sldId id="290" r:id="rId12"/>
    <p:sldId id="291" r:id="rId13"/>
    <p:sldId id="292" r:id="rId14"/>
    <p:sldId id="295" r:id="rId15"/>
    <p:sldId id="296" r:id="rId16"/>
    <p:sldId id="277" r:id="rId17"/>
    <p:sldId id="294" r:id="rId18"/>
    <p:sldId id="281" r:id="rId19"/>
    <p:sldId id="284" r:id="rId20"/>
    <p:sldId id="278" r:id="rId21"/>
    <p:sldId id="265" r:id="rId22"/>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1pPr>
    <a:lvl2pPr marL="0" marR="0" indent="22860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2pPr>
    <a:lvl3pPr marL="0" marR="0" indent="45720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3pPr>
    <a:lvl4pPr marL="0" marR="0" indent="68580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4pPr>
    <a:lvl5pPr marL="0" marR="0" indent="91440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5pPr>
    <a:lvl6pPr marL="0" marR="0" indent="114300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6pPr>
    <a:lvl7pPr marL="0" marR="0" indent="137160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7pPr>
    <a:lvl8pPr marL="0" marR="0" indent="160020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8pPr>
    <a:lvl9pPr marL="0" marR="0" indent="182880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9pPr>
  </p:defaultTextStyle>
  <p:extLst>
    <p:ext uri="{521415D9-36F7-43E2-AB2F-B90AF26B5E84}">
      <p14:sectionLst xmlns:p14="http://schemas.microsoft.com/office/powerpoint/2010/main">
        <p14:section name="Default Section" id="{E628FBBA-AC46-4ABF-A68E-10760CFE6EF3}">
          <p14:sldIdLst>
            <p14:sldId id="273"/>
            <p14:sldId id="257"/>
            <p14:sldId id="285"/>
            <p14:sldId id="258"/>
            <p14:sldId id="276"/>
            <p14:sldId id="279"/>
            <p14:sldId id="287"/>
            <p14:sldId id="288"/>
            <p14:sldId id="293"/>
            <p14:sldId id="289"/>
            <p14:sldId id="290"/>
            <p14:sldId id="291"/>
            <p14:sldId id="292"/>
            <p14:sldId id="295"/>
            <p14:sldId id="296"/>
            <p14:sldId id="277"/>
            <p14:sldId id="294"/>
            <p14:sldId id="281"/>
            <p14:sldId id="284"/>
            <p14:sldId id="278"/>
          </p14:sldIdLst>
        </p14:section>
        <p14:section name="Untitled Section" id="{425B6C2C-2493-40E7-BD87-7EDBCB504176}">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Avenir Next Medium"/>
          <a:ea typeface="Avenir Next Medium"/>
          <a:cs typeface="Avenir Next Medium"/>
        </a:font>
        <a:schemeClr val="accent1"/>
      </a:tcTxStyle>
      <a:tcStyle>
        <a:tcBdr>
          <a:left>
            <a:ln w="12700" cap="flat">
              <a:noFill/>
              <a:miter lim="400000"/>
            </a:ln>
          </a:left>
          <a:right>
            <a:ln w="12700" cap="flat">
              <a:noFill/>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wholeTbl>
    <a:band2H>
      <a:tcTxStyle/>
      <a:tcStyle>
        <a:tcBdr/>
        <a:fill>
          <a:solidFill>
            <a:schemeClr val="accent1">
              <a:hueOff val="178262"/>
              <a:satOff val="-8651"/>
              <a:lumOff val="-7254"/>
              <a:alpha val="29000"/>
            </a:schemeClr>
          </a:solidFill>
        </a:fill>
      </a:tcStyle>
    </a:band2H>
    <a:firstCol>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firstCol>
    <a:lastRow>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63500" cap="flat">
              <a:solidFill>
                <a:srgbClr val="5F6568"/>
              </a:solidFill>
              <a:prstDash val="solid"/>
              <a:miter lim="400000"/>
            </a:ln>
          </a:top>
          <a:bottom>
            <a:ln w="12700" cap="flat">
              <a:noFill/>
              <a:miter lim="400000"/>
            </a:ln>
          </a:bottom>
          <a:insideH>
            <a:ln w="25400" cap="flat">
              <a:solidFill>
                <a:srgbClr val="5F6568"/>
              </a:solidFill>
              <a:prstDash val="solid"/>
              <a:miter lim="400000"/>
            </a:ln>
          </a:insideH>
          <a:insideV>
            <a:ln w="12700" cap="flat">
              <a:noFill/>
              <a:miter lim="400000"/>
            </a:ln>
          </a:insideV>
        </a:tcBdr>
        <a:fill>
          <a:noFill/>
        </a:fill>
      </a:tcStyle>
    </a:lastRow>
    <a:firstRow>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12700" cap="flat">
              <a:noFill/>
              <a:miter lim="400000"/>
            </a:ln>
          </a:top>
          <a:bottom>
            <a:ln w="635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firstRow>
  </a:tblStyle>
  <a:tblStyle styleId="{C7B018BB-80A7-4F77-B60F-C8B233D01FF8}" styleName="">
    <a:tblBg/>
    <a:wholeTbl>
      <a:tcTxStyle b="off" i="off">
        <a:font>
          <a:latin typeface="Avenir Next Medium"/>
          <a:ea typeface="Avenir Next Medium"/>
          <a:cs typeface="Avenir Next Medium"/>
        </a:font>
        <a:srgbClr val="838787"/>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wholeTbl>
    <a:band2H>
      <a:tcTxStyle/>
      <a:tcStyle>
        <a:tcBdr/>
        <a:fill>
          <a:solidFill>
            <a:schemeClr val="accent6">
              <a:alpha val="25000"/>
            </a:schemeClr>
          </a:solidFill>
        </a:fill>
      </a:tcStyle>
    </a:band2H>
    <a:firstCol>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A01D73"/>
          </a:solidFill>
        </a:fill>
      </a:tcStyle>
    </a:firstCol>
    <a:la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781873"/>
          </a:solidFill>
        </a:fill>
      </a:tcStyle>
    </a:lastRow>
    <a:fir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781873"/>
          </a:solidFill>
        </a:fill>
      </a:tcStyle>
    </a:firstRow>
  </a:tblStyle>
  <a:tblStyle styleId="{EEE7283C-3CF3-47DC-8721-378D4A62B228}" styleName="">
    <a:tblBg/>
    <a:wholeTbl>
      <a:tcTxStyle b="off" i="off">
        <a:font>
          <a:latin typeface="Avenir Next Medium"/>
          <a:ea typeface="Avenir Next Medium"/>
          <a:cs typeface="Avenir Next Medium"/>
        </a:font>
        <a:srgbClr val="838787"/>
      </a:tcTxStyle>
      <a:tcStyle>
        <a:tcBdr>
          <a:left>
            <a:ln w="12700" cap="flat">
              <a:noFill/>
              <a:miter lim="400000"/>
            </a:ln>
          </a:left>
          <a:right>
            <a:ln w="12700" cap="flat">
              <a:noFill/>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wholeTbl>
    <a:band2H>
      <a:tcTxStyle/>
      <a:tcStyle>
        <a:tcBdr/>
        <a:fill>
          <a:solidFill>
            <a:srgbClr val="DCDEE0">
              <a:alpha val="18000"/>
            </a:srgbClr>
          </a:solidFill>
        </a:fill>
      </a:tcStyle>
    </a:band2H>
    <a:firstCol>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firstCol>
    <a:la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5F6568"/>
              </a:solidFill>
              <a:prstDash val="solid"/>
              <a:miter lim="400000"/>
            </a:ln>
          </a:insideH>
          <a:insideV>
            <a:ln w="12700" cap="flat">
              <a:noFill/>
              <a:miter lim="400000"/>
            </a:ln>
          </a:insideV>
        </a:tcBdr>
        <a:fill>
          <a:solidFill>
            <a:srgbClr val="838787"/>
          </a:solidFill>
        </a:fill>
      </a:tcStyle>
    </a:lastRow>
    <a:fir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5F6568"/>
              </a:solidFill>
              <a:prstDash val="solid"/>
              <a:miter lim="400000"/>
            </a:ln>
          </a:insideH>
          <a:insideV>
            <a:ln w="12700" cap="flat">
              <a:noFill/>
              <a:miter lim="400000"/>
            </a:ln>
          </a:insideV>
        </a:tcBdr>
        <a:fill>
          <a:solidFill>
            <a:schemeClr val="accent5">
              <a:hueOff val="-239254"/>
              <a:lumOff val="-1399"/>
            </a:schemeClr>
          </a:solidFill>
        </a:fill>
      </a:tcStyle>
    </a:firstRow>
  </a:tblStyle>
  <a:tblStyle styleId="{CF821DB8-F4EB-4A41-A1BA-3FCAFE7338EE}" styleName="">
    <a:tblBg/>
    <a:wholeTbl>
      <a:tcTxStyle b="off" i="off">
        <a:font>
          <a:latin typeface="Avenir Next Medium"/>
          <a:ea typeface="Avenir Next Medium"/>
          <a:cs typeface="Avenir Next Medium"/>
        </a:font>
        <a:srgbClr val="838787"/>
      </a:tcTxStyle>
      <a:tcStyle>
        <a:tcBdr>
          <a:left>
            <a:ln w="12700" cap="flat">
              <a:noFill/>
              <a:miter lim="400000"/>
            </a:ln>
          </a:left>
          <a:right>
            <a:ln w="12700" cap="flat">
              <a:noFill/>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wholeTbl>
    <a:band2H>
      <a:tcTxStyle/>
      <a:tcStyle>
        <a:tcBdr/>
        <a:fill>
          <a:solidFill>
            <a:srgbClr val="D4EB9B">
              <a:alpha val="26000"/>
            </a:srgbClr>
          </a:solidFill>
        </a:fill>
      </a:tcStyle>
    </a:band2H>
    <a:firstCol>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firstCol>
    <a:lastRow>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88900" cap="flat">
              <a:solidFill>
                <a:srgbClr val="5F6568"/>
              </a:solidFill>
              <a:prstDash val="solid"/>
              <a:miter lim="400000"/>
            </a:ln>
          </a:top>
          <a:bottom>
            <a:ln w="12700" cap="flat">
              <a:noFill/>
              <a:miter lim="400000"/>
            </a:ln>
          </a:bottom>
          <a:insideH>
            <a:ln w="25400" cap="flat">
              <a:solidFill>
                <a:srgbClr val="D4EB9B">
                  <a:alpha val="26000"/>
                </a:srgbClr>
              </a:solidFill>
              <a:prstDash val="solid"/>
              <a:miter lim="400000"/>
            </a:ln>
          </a:insideH>
          <a:insideV>
            <a:ln w="12700" cap="flat">
              <a:noFill/>
              <a:miter lim="400000"/>
            </a:ln>
          </a:insideV>
        </a:tcBdr>
        <a:fill>
          <a:noFill/>
        </a:fill>
      </a:tcStyle>
    </a:lastRow>
    <a:fir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noFill/>
              <a:miter lim="400000"/>
            </a:ln>
          </a:top>
          <a:bottom>
            <a:ln w="63500" cap="flat">
              <a:solidFill>
                <a:srgbClr val="5F6568"/>
              </a:solidFill>
              <a:prstDash val="solid"/>
              <a:miter lim="400000"/>
            </a:ln>
          </a:bottom>
          <a:insideH>
            <a:ln w="25400" cap="flat">
              <a:solidFill>
                <a:srgbClr val="D4EB9B">
                  <a:alpha val="26000"/>
                </a:srgbClr>
              </a:solidFill>
              <a:prstDash val="solid"/>
              <a:miter lim="400000"/>
            </a:ln>
          </a:insideH>
          <a:insideV>
            <a:ln w="12700" cap="flat">
              <a:noFill/>
              <a:miter lim="400000"/>
            </a:ln>
          </a:insideV>
        </a:tcBdr>
        <a:fill>
          <a:solidFill>
            <a:srgbClr val="147882"/>
          </a:solidFill>
        </a:fill>
      </a:tcStyle>
    </a:firstRow>
  </a:tblStyle>
  <a:tblStyle styleId="{33BA23B1-9221-436E-865A-0063620EA4FD}" styleName="">
    <a:tblBg/>
    <a:wholeTbl>
      <a:tcTxStyle b="off" i="off">
        <a:font>
          <a:latin typeface="Avenir Next Medium"/>
          <a:ea typeface="Avenir Next Medium"/>
          <a:cs typeface="Avenir Next Medium"/>
        </a:font>
        <a:srgbClr val="FFFFFF"/>
      </a:tcTxStyle>
      <a:tcStyle>
        <a:tcBdr>
          <a:left>
            <a:ln w="12700" cap="flat">
              <a:noFill/>
              <a:miter lim="400000"/>
            </a:ln>
          </a:left>
          <a:right>
            <a:ln w="12700" cap="flat">
              <a:noFill/>
              <a:miter lim="400000"/>
            </a:ln>
          </a:right>
          <a:top>
            <a:ln w="25400" cap="flat">
              <a:solidFill>
                <a:srgbClr val="222222"/>
              </a:solidFill>
              <a:prstDash val="solid"/>
              <a:miter lim="400000"/>
            </a:ln>
          </a:top>
          <a:bottom>
            <a:ln w="25400" cap="flat">
              <a:solidFill>
                <a:srgbClr val="222222"/>
              </a:solidFill>
              <a:prstDash val="solid"/>
              <a:miter lim="400000"/>
            </a:ln>
          </a:bottom>
          <a:insideH>
            <a:ln w="25400" cap="flat">
              <a:solidFill>
                <a:srgbClr val="222222"/>
              </a:solidFill>
              <a:prstDash val="solid"/>
              <a:miter lim="400000"/>
            </a:ln>
          </a:insideH>
          <a:insideV>
            <a:ln w="12700" cap="flat">
              <a:noFill/>
              <a:miter lim="400000"/>
            </a:ln>
          </a:insideV>
        </a:tcBdr>
        <a:fill>
          <a:solidFill>
            <a:srgbClr val="838787">
              <a:alpha val="75000"/>
            </a:srgbClr>
          </a:solidFill>
        </a:fill>
      </a:tcStyle>
    </a:wholeTbl>
    <a:band2H>
      <a:tcTxStyle/>
      <a:tcStyle>
        <a:tcBdr/>
        <a:fill>
          <a:solidFill>
            <a:srgbClr val="686A6A">
              <a:alpha val="85000"/>
            </a:srgbClr>
          </a:solidFill>
        </a:fill>
      </a:tcStyle>
    </a:band2H>
    <a:firstCol>
      <a:tcTxStyle b="on" i="off">
        <a:font>
          <a:latin typeface="Avenir Next Demi Bold"/>
          <a:ea typeface="Avenir Next Demi Bold"/>
          <a:cs typeface="Avenir Next Demi Bold"/>
        </a:font>
        <a:srgbClr val="222222"/>
      </a:tcTxStyle>
      <a:tcStyle>
        <a:tcBdr>
          <a:left>
            <a:ln w="12700" cap="flat">
              <a:noFill/>
              <a:miter lim="400000"/>
            </a:ln>
          </a:left>
          <a:right>
            <a:ln w="63500" cap="flat">
              <a:solidFill>
                <a:srgbClr val="222222"/>
              </a:solidFill>
              <a:prstDash val="solid"/>
              <a:miter lim="400000"/>
            </a:ln>
          </a:right>
          <a:top>
            <a:ln w="25400" cap="flat">
              <a:solidFill>
                <a:srgbClr val="222222"/>
              </a:solidFill>
              <a:prstDash val="solid"/>
              <a:miter lim="400000"/>
            </a:ln>
          </a:top>
          <a:bottom>
            <a:ln w="25400" cap="flat">
              <a:solidFill>
                <a:srgbClr val="222222"/>
              </a:solidFill>
              <a:prstDash val="solid"/>
              <a:miter lim="400000"/>
            </a:ln>
          </a:bottom>
          <a:insideH>
            <a:ln w="25400" cap="flat">
              <a:solidFill>
                <a:srgbClr val="222222"/>
              </a:solidFill>
              <a:prstDash val="solid"/>
              <a:miter lim="400000"/>
            </a:ln>
          </a:insideH>
          <a:insideV>
            <a:ln w="12700" cap="flat">
              <a:noFill/>
              <a:miter lim="400000"/>
            </a:ln>
          </a:insideV>
        </a:tcBdr>
        <a:fill>
          <a:solidFill>
            <a:srgbClr val="686A6A">
              <a:alpha val="85000"/>
            </a:srgbClr>
          </a:solidFill>
        </a:fill>
      </a:tcStyle>
    </a:firstCol>
    <a:lastRow>
      <a:tcTxStyle b="on" i="off">
        <a:font>
          <a:latin typeface="Avenir Next Demi Bold"/>
          <a:ea typeface="Avenir Next Demi Bold"/>
          <a:cs typeface="Avenir Next Demi Bold"/>
        </a:font>
        <a:srgbClr val="3D3D3D"/>
      </a:tcTxStyle>
      <a:tcStyle>
        <a:tcBdr>
          <a:left>
            <a:ln w="12700" cap="flat">
              <a:noFill/>
              <a:miter lim="400000"/>
            </a:ln>
          </a:left>
          <a:right>
            <a:ln w="12700" cap="flat">
              <a:noFill/>
              <a:miter lim="400000"/>
            </a:ln>
          </a:right>
          <a:top>
            <a:ln w="63500" cap="flat">
              <a:solidFill>
                <a:srgbClr val="222222"/>
              </a:solidFill>
              <a:prstDash val="solid"/>
              <a:miter lim="400000"/>
            </a:ln>
          </a:top>
          <a:bottom>
            <a:ln w="12700" cap="flat">
              <a:noFill/>
              <a:miter lim="400000"/>
            </a:ln>
          </a:bottom>
          <a:insideH>
            <a:ln w="25400" cap="flat">
              <a:solidFill>
                <a:srgbClr val="222222"/>
              </a:solidFill>
              <a:prstDash val="solid"/>
              <a:miter lim="400000"/>
            </a:ln>
          </a:insideH>
          <a:insideV>
            <a:ln w="12700" cap="flat">
              <a:noFill/>
              <a:miter lim="400000"/>
            </a:ln>
          </a:insideV>
        </a:tcBdr>
        <a:fill>
          <a:solidFill>
            <a:srgbClr val="838787"/>
          </a:solidFill>
        </a:fill>
      </a:tcStyle>
    </a:lastRow>
    <a:firstRow>
      <a:tcTxStyle b="on" i="off">
        <a:font>
          <a:latin typeface="Avenir Next Demi Bold"/>
          <a:ea typeface="Avenir Next Demi Bold"/>
          <a:cs typeface="Avenir Next Demi Bold"/>
        </a:font>
        <a:srgbClr val="3D3D3D"/>
      </a:tcTxStyle>
      <a:tcStyle>
        <a:tcBdr>
          <a:left>
            <a:ln w="12700" cap="flat">
              <a:noFill/>
              <a:miter lim="400000"/>
            </a:ln>
          </a:left>
          <a:right>
            <a:ln w="12700" cap="flat">
              <a:noFill/>
              <a:miter lim="400000"/>
            </a:ln>
          </a:right>
          <a:top>
            <a:ln w="12700" cap="flat">
              <a:noFill/>
              <a:miter lim="400000"/>
            </a:ln>
          </a:top>
          <a:bottom>
            <a:ln w="63500" cap="flat">
              <a:solidFill>
                <a:srgbClr val="222222"/>
              </a:solidFill>
              <a:prstDash val="solid"/>
              <a:miter lim="400000"/>
            </a:ln>
          </a:bottom>
          <a:insideH>
            <a:ln w="25400" cap="flat">
              <a:solidFill>
                <a:srgbClr val="222222"/>
              </a:solidFill>
              <a:prstDash val="solid"/>
              <a:miter lim="400000"/>
            </a:ln>
          </a:insideH>
          <a:insideV>
            <a:ln w="12700" cap="flat">
              <a:noFill/>
              <a:miter lim="400000"/>
            </a:ln>
          </a:insideV>
        </a:tcBdr>
        <a:fill>
          <a:solidFill>
            <a:srgbClr val="838787"/>
          </a:solidFill>
        </a:fill>
      </a:tcStyle>
    </a:firstRow>
  </a:tblStyle>
  <a:tblStyle styleId="{2708684C-4D16-4618-839F-0558EEFCDFE6}" styleName="">
    <a:tblBg/>
    <a:wholeTbl>
      <a:tcTxStyle b="off" i="off">
        <a:font>
          <a:latin typeface="Avenir Next Medium"/>
          <a:ea typeface="Avenir Next Medium"/>
          <a:cs typeface="Avenir Next Medium"/>
        </a:font>
        <a:srgbClr val="838787"/>
      </a:tcTxStyle>
      <a:tcStyle>
        <a:tcBdr>
          <a:left>
            <a:ln w="25400" cap="flat">
              <a:solidFill>
                <a:srgbClr val="5F6568"/>
              </a:solidFill>
              <a:prstDash val="solid"/>
              <a:miter lim="400000"/>
            </a:ln>
          </a:left>
          <a:right>
            <a:ln w="25400" cap="flat">
              <a:solidFill>
                <a:srgbClr val="5F6568"/>
              </a:solidFill>
              <a:prstDash val="solid"/>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25400" cap="flat">
              <a:solidFill>
                <a:srgbClr val="5F6568"/>
              </a:solidFill>
              <a:prstDash val="solid"/>
              <a:miter lim="400000"/>
            </a:ln>
          </a:insideV>
        </a:tcBdr>
        <a:fill>
          <a:noFill/>
        </a:fill>
      </a:tcStyle>
    </a:wholeTbl>
    <a:band2H>
      <a:tcTxStyle/>
      <a:tcStyle>
        <a:tcBdr/>
        <a:fill>
          <a:solidFill>
            <a:srgbClr val="DCDEE0">
              <a:alpha val="18000"/>
            </a:srgbClr>
          </a:solidFill>
        </a:fill>
      </a:tcStyle>
    </a:band2H>
    <a:firstCol>
      <a:tcTxStyle b="on" i="off">
        <a:font>
          <a:latin typeface="Avenir Next Demi Bold"/>
          <a:ea typeface="Avenir Next Demi Bold"/>
          <a:cs typeface="Avenir Next Demi Bold"/>
        </a:font>
        <a:srgbClr val="A6AAA9"/>
      </a:tcTxStyle>
      <a:tcStyle>
        <a:tcBdr>
          <a:left>
            <a:ln w="12700" cap="flat">
              <a:noFill/>
              <a:miter lim="400000"/>
            </a:ln>
          </a:left>
          <a:right>
            <a:ln w="63500" cap="flat">
              <a:solidFill>
                <a:srgbClr val="5F6568"/>
              </a:solidFill>
              <a:prstDash val="solid"/>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25400" cap="flat">
              <a:solidFill>
                <a:srgbClr val="5F6568"/>
              </a:solidFill>
              <a:prstDash val="solid"/>
              <a:miter lim="400000"/>
            </a:ln>
          </a:insideV>
        </a:tcBdr>
        <a:fill>
          <a:noFill/>
        </a:fill>
      </a:tcStyle>
    </a:firstCol>
    <a:lastRow>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63500" cap="flat">
              <a:solidFill>
                <a:srgbClr val="5F6568"/>
              </a:solidFill>
              <a:prstDash val="solid"/>
              <a:miter lim="400000"/>
            </a:ln>
          </a:top>
          <a:bottom>
            <a:ln w="12700" cap="flat">
              <a:noFill/>
              <a:miter lim="400000"/>
            </a:ln>
          </a:bottom>
          <a:insideH>
            <a:ln w="25400" cap="flat">
              <a:solidFill>
                <a:srgbClr val="5F6568"/>
              </a:solidFill>
              <a:prstDash val="solid"/>
              <a:miter lim="400000"/>
            </a:ln>
          </a:insideH>
          <a:insideV>
            <a:ln w="12700" cap="flat">
              <a:noFill/>
              <a:miter lim="400000"/>
            </a:ln>
          </a:insideV>
        </a:tcBdr>
        <a:fill>
          <a:noFill/>
        </a:fill>
      </a:tcStyle>
    </a:lastRow>
    <a:firstRow>
      <a:tcTxStyle b="on" i="off">
        <a:font>
          <a:latin typeface="Avenir Next Demi Bold"/>
          <a:ea typeface="Avenir Next Demi Bold"/>
          <a:cs typeface="Avenir Next Demi Bold"/>
        </a:font>
        <a:srgbClr val="A6AAA9"/>
      </a:tcTxStyle>
      <a:tcStyle>
        <a:tcBdr>
          <a:left>
            <a:ln w="25400" cap="flat">
              <a:solidFill>
                <a:srgbClr val="5F6568"/>
              </a:solidFill>
              <a:prstDash val="solid"/>
              <a:miter lim="400000"/>
            </a:ln>
          </a:left>
          <a:right>
            <a:ln w="25400" cap="flat">
              <a:solidFill>
                <a:srgbClr val="5F6568"/>
              </a:solidFill>
              <a:prstDash val="solid"/>
              <a:miter lim="400000"/>
            </a:ln>
          </a:right>
          <a:top>
            <a:ln w="12700" cap="flat">
              <a:noFill/>
              <a:miter lim="400000"/>
            </a:ln>
          </a:top>
          <a:bottom>
            <a:ln w="63500" cap="flat">
              <a:solidFill>
                <a:srgbClr val="5F6568"/>
              </a:solidFill>
              <a:prstDash val="solid"/>
              <a:miter lim="400000"/>
            </a:ln>
          </a:bottom>
          <a:insideH>
            <a:ln w="25400" cap="flat">
              <a:solidFill>
                <a:srgbClr val="5F6568"/>
              </a:solidFill>
              <a:prstDash val="solid"/>
              <a:miter lim="400000"/>
            </a:ln>
          </a:insideH>
          <a:insideV>
            <a:ln w="25400" cap="flat">
              <a:solidFill>
                <a:srgbClr val="5F6568"/>
              </a:solidFill>
              <a:prstDash val="solid"/>
              <a:miter lim="400000"/>
            </a:ln>
          </a:insideV>
        </a:tcBdr>
        <a:fill>
          <a:noFill/>
        </a:fill>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5" autoAdjust="0"/>
    <p:restoredTop sz="94660"/>
  </p:normalViewPr>
  <p:slideViewPr>
    <p:cSldViewPr snapToGrid="0">
      <p:cViewPr varScale="1">
        <p:scale>
          <a:sx n="35" d="100"/>
          <a:sy n="35" d="100"/>
        </p:scale>
        <p:origin x="67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6" name="Shape 166"/>
          <p:cNvSpPr>
            <a:spLocks noGrp="1" noRot="1" noChangeAspect="1"/>
          </p:cNvSpPr>
          <p:nvPr>
            <p:ph type="sldImg"/>
          </p:nvPr>
        </p:nvSpPr>
        <p:spPr>
          <a:xfrm>
            <a:off x="1143000" y="685800"/>
            <a:ext cx="4572000" cy="3429000"/>
          </a:xfrm>
          <a:prstGeom prst="rect">
            <a:avLst/>
          </a:prstGeom>
        </p:spPr>
        <p:txBody>
          <a:bodyPr/>
          <a:lstStyle/>
          <a:p>
            <a:endParaRPr/>
          </a:p>
        </p:txBody>
      </p:sp>
      <p:sp>
        <p:nvSpPr>
          <p:cNvPr id="167" name="Shape 167"/>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502422740"/>
      </p:ext>
    </p:extLst>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Shape 166"/>
          <p:cNvSpPr txBox="1">
            <a:spLocks noGrp="1"/>
          </p:cNvSpPr>
          <p:nvPr>
            <p:ph type="body" idx="1"/>
          </p:nvPr>
        </p:nvSpPr>
        <p:spPr>
          <a:xfrm>
            <a:off x="914400" y="4343400"/>
            <a:ext cx="5029199" cy="4114800"/>
          </a:xfrm>
          <a:prstGeom prst="rect">
            <a:avLst/>
          </a:prstGeom>
        </p:spPr>
        <p:txBody>
          <a:bodyPr lIns="91425" tIns="91425" rIns="91425" bIns="91425" anchor="t" anchorCtr="0">
            <a:noAutofit/>
          </a:bodyPr>
          <a:lstStyle/>
          <a:p>
            <a:pPr lvl="0">
              <a:spcBef>
                <a:spcPts val="0"/>
              </a:spcBef>
              <a:buNone/>
            </a:pPr>
            <a:endParaRPr/>
          </a:p>
        </p:txBody>
      </p:sp>
      <p:sp>
        <p:nvSpPr>
          <p:cNvPr id="167" name="Shape 16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13103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381000" y="685800"/>
            <a:ext cx="6096000" cy="3429000"/>
          </a:xfrm>
        </p:spPr>
      </p:sp>
      <p:sp>
        <p:nvSpPr>
          <p:cNvPr id="3" name="Espaço Reservado para Anotações 2"/>
          <p:cNvSpPr>
            <a:spLocks noGrp="1"/>
          </p:cNvSpPr>
          <p:nvPr>
            <p:ph type="body" idx="1"/>
          </p:nvPr>
        </p:nvSpPr>
        <p:spPr/>
        <p:txBody>
          <a:bodyPr/>
          <a:lstStyle/>
          <a:p>
            <a:endParaRPr lang="pt-BR" dirty="0"/>
          </a:p>
        </p:txBody>
      </p:sp>
    </p:spTree>
    <p:extLst>
      <p:ext uri="{BB962C8B-B14F-4D97-AF65-F5344CB8AC3E}">
        <p14:creationId xmlns:p14="http://schemas.microsoft.com/office/powerpoint/2010/main" val="8582438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ítulo y subtítulo">
    <p:bg>
      <p:bgPr>
        <a:solidFill>
          <a:srgbClr val="222222"/>
        </a:solidFill>
        <a:effectLst/>
      </p:bgPr>
    </p:bg>
    <p:spTree>
      <p:nvGrpSpPr>
        <p:cNvPr id="1" name=""/>
        <p:cNvGrpSpPr/>
        <p:nvPr/>
      </p:nvGrpSpPr>
      <p:grpSpPr>
        <a:xfrm>
          <a:off x="0" y="0"/>
          <a:ext cx="0" cy="0"/>
          <a:chOff x="0" y="0"/>
          <a:chExt cx="0" cy="0"/>
        </a:xfrm>
      </p:grpSpPr>
      <p:sp>
        <p:nvSpPr>
          <p:cNvPr id="11" name="Línea"/>
          <p:cNvSpPr/>
          <p:nvPr/>
        </p:nvSpPr>
        <p:spPr>
          <a:xfrm flipV="1">
            <a:off x="762000" y="8635632"/>
            <a:ext cx="22859999" cy="369"/>
          </a:xfrm>
          <a:prstGeom prst="line">
            <a:avLst/>
          </a:prstGeom>
          <a:ln w="50800">
            <a:solidFill>
              <a:srgbClr val="A6AAA9"/>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endParaRPr/>
          </a:p>
        </p:txBody>
      </p:sp>
      <p:sp>
        <p:nvSpPr>
          <p:cNvPr id="12" name="Texto del título"/>
          <p:cNvSpPr>
            <a:spLocks noGrp="1"/>
          </p:cNvSpPr>
          <p:nvPr>
            <p:ph type="title"/>
          </p:nvPr>
        </p:nvSpPr>
        <p:spPr>
          <a:xfrm>
            <a:off x="762000" y="9042400"/>
            <a:ext cx="22860000" cy="3810000"/>
          </a:xfrm>
          <a:prstGeom prst="rect">
            <a:avLst/>
          </a:prstGeom>
        </p:spPr>
        <p:txBody>
          <a:bodyPr/>
          <a:lstStyle>
            <a:lvl1pPr>
              <a:spcBef>
                <a:spcPts val="0"/>
              </a:spcBef>
              <a:defRPr sz="30300"/>
            </a:lvl1pPr>
          </a:lstStyle>
          <a:p>
            <a:r>
              <a:t>Texto del título</a:t>
            </a:r>
          </a:p>
        </p:txBody>
      </p:sp>
      <p:sp>
        <p:nvSpPr>
          <p:cNvPr id="13" name="Nivel de texto 1…"/>
          <p:cNvSpPr>
            <a:spLocks noGrp="1"/>
          </p:cNvSpPr>
          <p:nvPr>
            <p:ph type="body" sz="quarter" idx="1"/>
          </p:nvPr>
        </p:nvSpPr>
        <p:spPr>
          <a:xfrm>
            <a:off x="762000" y="5994400"/>
            <a:ext cx="22860000" cy="2540000"/>
          </a:xfrm>
          <a:prstGeom prst="rect">
            <a:avLst/>
          </a:prstGeom>
        </p:spPr>
        <p:txBody>
          <a:bodyPr anchor="b"/>
          <a:lstStyle>
            <a:lvl1pPr marL="0" indent="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1pPr>
            <a:lvl2pPr marL="0" indent="2286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2pPr>
            <a:lvl3pPr marL="0" indent="4572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3pPr>
            <a:lvl4pPr marL="0" indent="6858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4pPr>
            <a:lvl5pPr marL="0" indent="9144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5pPr>
          </a:lstStyle>
          <a:p>
            <a:r>
              <a:t>Nivel de texto 1</a:t>
            </a:r>
          </a:p>
          <a:p>
            <a:pPr lvl="1"/>
            <a:r>
              <a:t>Nivel de texto 2</a:t>
            </a:r>
          </a:p>
          <a:p>
            <a:pPr lvl="2"/>
            <a:r>
              <a:t>Nivel de texto 3</a:t>
            </a:r>
          </a:p>
          <a:p>
            <a:pPr lvl="3"/>
            <a:r>
              <a:t>Nivel de texto 4</a:t>
            </a:r>
          </a:p>
          <a:p>
            <a:pPr lvl="4"/>
            <a:r>
              <a:t>Nivel de texto 5</a:t>
            </a:r>
          </a:p>
        </p:txBody>
      </p:sp>
      <p:sp>
        <p:nvSpPr>
          <p:cNvPr id="14" name="Número de diapositiva"/>
          <p:cNvSpPr>
            <a:spLocks noGrp="1"/>
          </p:cNvSpPr>
          <p:nvPr>
            <p:ph type="sldNum" sz="quarter" idx="2"/>
          </p:nvPr>
        </p:nvSpPr>
        <p:spPr>
          <a:xfrm>
            <a:off x="23063199" y="609600"/>
            <a:ext cx="553196" cy="635000"/>
          </a:xfrm>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Foto (horizontal)">
    <p:bg>
      <p:bgPr>
        <a:solidFill>
          <a:srgbClr val="222222"/>
        </a:solidFill>
        <a:effectLst/>
      </p:bgPr>
    </p:bg>
    <p:spTree>
      <p:nvGrpSpPr>
        <p:cNvPr id="1" name=""/>
        <p:cNvGrpSpPr/>
        <p:nvPr/>
      </p:nvGrpSpPr>
      <p:grpSpPr>
        <a:xfrm>
          <a:off x="0" y="0"/>
          <a:ext cx="0" cy="0"/>
          <a:chOff x="0" y="0"/>
          <a:chExt cx="0" cy="0"/>
        </a:xfrm>
      </p:grpSpPr>
      <p:sp>
        <p:nvSpPr>
          <p:cNvPr id="21" name="Imagen"/>
          <p:cNvSpPr>
            <a:spLocks noGrp="1"/>
          </p:cNvSpPr>
          <p:nvPr>
            <p:ph type="pic" idx="13"/>
          </p:nvPr>
        </p:nvSpPr>
        <p:spPr>
          <a:xfrm>
            <a:off x="0" y="0"/>
            <a:ext cx="24384000" cy="13716000"/>
          </a:xfrm>
          <a:prstGeom prst="rect">
            <a:avLst/>
          </a:prstGeom>
        </p:spPr>
        <p:txBody>
          <a:bodyPr lIns="91439" tIns="45719" rIns="91439" bIns="45719">
            <a:noAutofit/>
          </a:bodyPr>
          <a:lstStyle/>
          <a:p>
            <a:endParaRPr/>
          </a:p>
        </p:txBody>
      </p:sp>
      <p:sp>
        <p:nvSpPr>
          <p:cNvPr id="22" name="Línea"/>
          <p:cNvSpPr>
            <a:spLocks noGrp="1"/>
          </p:cNvSpPr>
          <p:nvPr>
            <p:ph type="body" sz="quarter" idx="14"/>
          </p:nvPr>
        </p:nvSpPr>
        <p:spPr>
          <a:xfrm flipV="1">
            <a:off x="762000" y="8635632"/>
            <a:ext cx="22859999" cy="369"/>
          </a:xfrm>
          <a:prstGeom prst="line">
            <a:avLst/>
          </a:prstGeom>
          <a:ln w="50800">
            <a:solidFill>
              <a:srgbClr val="A6AAA9"/>
            </a:solidFill>
          </a:ln>
        </p:spPr>
        <p:txBody>
          <a:bodyPr anchor="ctr">
            <a:noAutofit/>
          </a:bodyPr>
          <a:lstStyle/>
          <a:p>
            <a:pPr marL="0" indent="0" defTabSz="457200">
              <a:spcBef>
                <a:spcPts val="0"/>
              </a:spcBef>
              <a:buClrTx/>
              <a:buSzTx/>
              <a:buFontTx/>
              <a:buNone/>
              <a:defRPr sz="1200">
                <a:solidFill>
                  <a:srgbClr val="000000"/>
                </a:solidFill>
                <a:latin typeface="Helvetica"/>
                <a:ea typeface="Helvetica"/>
                <a:cs typeface="Helvetica"/>
                <a:sym typeface="Helvetica"/>
              </a:defRPr>
            </a:pPr>
            <a:endParaRPr/>
          </a:p>
        </p:txBody>
      </p:sp>
      <p:sp>
        <p:nvSpPr>
          <p:cNvPr id="23" name="Texto del título"/>
          <p:cNvSpPr>
            <a:spLocks noGrp="1"/>
          </p:cNvSpPr>
          <p:nvPr>
            <p:ph type="title"/>
          </p:nvPr>
        </p:nvSpPr>
        <p:spPr>
          <a:xfrm>
            <a:off x="762000" y="9042400"/>
            <a:ext cx="22860000" cy="3810000"/>
          </a:xfrm>
          <a:prstGeom prst="rect">
            <a:avLst/>
          </a:prstGeom>
        </p:spPr>
        <p:txBody>
          <a:bodyPr/>
          <a:lstStyle>
            <a:lvl1pPr>
              <a:spcBef>
                <a:spcPts val="0"/>
              </a:spcBef>
              <a:defRPr sz="30300"/>
            </a:lvl1pPr>
          </a:lstStyle>
          <a:p>
            <a:r>
              <a:t>Texto del título</a:t>
            </a:r>
          </a:p>
        </p:txBody>
      </p:sp>
      <p:sp>
        <p:nvSpPr>
          <p:cNvPr id="24" name="Nivel de texto 1…"/>
          <p:cNvSpPr>
            <a:spLocks noGrp="1"/>
          </p:cNvSpPr>
          <p:nvPr>
            <p:ph type="body" sz="quarter" idx="1"/>
          </p:nvPr>
        </p:nvSpPr>
        <p:spPr>
          <a:xfrm>
            <a:off x="762000" y="5994400"/>
            <a:ext cx="22860000" cy="2540000"/>
          </a:xfrm>
          <a:prstGeom prst="rect">
            <a:avLst/>
          </a:prstGeom>
        </p:spPr>
        <p:txBody>
          <a:bodyPr anchor="b"/>
          <a:lstStyle>
            <a:lvl1pPr marL="0" indent="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1pPr>
            <a:lvl2pPr marL="0" indent="2286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2pPr>
            <a:lvl3pPr marL="0" indent="4572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3pPr>
            <a:lvl4pPr marL="0" indent="6858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4pPr>
            <a:lvl5pPr marL="0" indent="9144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5pPr>
          </a:lstStyle>
          <a:p>
            <a:r>
              <a:t>Nivel de texto 1</a:t>
            </a:r>
          </a:p>
          <a:p>
            <a:pPr lvl="1"/>
            <a:r>
              <a:t>Nivel de texto 2</a:t>
            </a:r>
          </a:p>
          <a:p>
            <a:pPr lvl="2"/>
            <a:r>
              <a:t>Nivel de texto 3</a:t>
            </a:r>
          </a:p>
          <a:p>
            <a:pPr lvl="3"/>
            <a:r>
              <a:t>Nivel de texto 4</a:t>
            </a:r>
          </a:p>
          <a:p>
            <a:pPr lvl="4"/>
            <a:r>
              <a:t>Nivel de texto 5</a:t>
            </a:r>
          </a:p>
        </p:txBody>
      </p:sp>
      <p:sp>
        <p:nvSpPr>
          <p:cNvPr id="25" name="Número de diapositiva"/>
          <p:cNvSpPr>
            <a:spLocks noGrp="1"/>
          </p:cNvSpPr>
          <p:nvPr>
            <p:ph type="sldNum" sz="quarter" idx="2"/>
          </p:nvPr>
        </p:nvSpPr>
        <p:spPr>
          <a:xfrm>
            <a:off x="23063199" y="609600"/>
            <a:ext cx="553196" cy="635000"/>
          </a:xfrm>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ítulo y subtítulo alt.">
    <p:spTree>
      <p:nvGrpSpPr>
        <p:cNvPr id="1" name=""/>
        <p:cNvGrpSpPr/>
        <p:nvPr/>
      </p:nvGrpSpPr>
      <p:grpSpPr>
        <a:xfrm>
          <a:off x="0" y="0"/>
          <a:ext cx="0" cy="0"/>
          <a:chOff x="0" y="0"/>
          <a:chExt cx="0" cy="0"/>
        </a:xfrm>
      </p:grpSpPr>
      <p:sp>
        <p:nvSpPr>
          <p:cNvPr id="32" name="Línea"/>
          <p:cNvSpPr/>
          <p:nvPr/>
        </p:nvSpPr>
        <p:spPr>
          <a:xfrm flipV="1">
            <a:off x="762000" y="8635632"/>
            <a:ext cx="22859999" cy="369"/>
          </a:xfrm>
          <a:prstGeom prst="line">
            <a:avLst/>
          </a:prstGeom>
          <a:ln w="50800">
            <a:solidFill>
              <a:srgbClr val="A6AAA9"/>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endParaRPr/>
          </a:p>
        </p:txBody>
      </p:sp>
      <p:sp>
        <p:nvSpPr>
          <p:cNvPr id="33" name="Texto del título"/>
          <p:cNvSpPr>
            <a:spLocks noGrp="1"/>
          </p:cNvSpPr>
          <p:nvPr>
            <p:ph type="title"/>
          </p:nvPr>
        </p:nvSpPr>
        <p:spPr>
          <a:xfrm>
            <a:off x="762000" y="9042400"/>
            <a:ext cx="22860000" cy="3810000"/>
          </a:xfrm>
          <a:prstGeom prst="rect">
            <a:avLst/>
          </a:prstGeom>
        </p:spPr>
        <p:txBody>
          <a:bodyPr/>
          <a:lstStyle>
            <a:lvl1pPr>
              <a:spcBef>
                <a:spcPts val="0"/>
              </a:spcBef>
              <a:defRPr sz="30300"/>
            </a:lvl1pPr>
          </a:lstStyle>
          <a:p>
            <a:r>
              <a:t>Texto del título</a:t>
            </a:r>
          </a:p>
        </p:txBody>
      </p:sp>
      <p:sp>
        <p:nvSpPr>
          <p:cNvPr id="34" name="Nivel de texto 1…"/>
          <p:cNvSpPr>
            <a:spLocks noGrp="1"/>
          </p:cNvSpPr>
          <p:nvPr>
            <p:ph type="body" sz="quarter" idx="1"/>
          </p:nvPr>
        </p:nvSpPr>
        <p:spPr>
          <a:xfrm>
            <a:off x="762000" y="5994400"/>
            <a:ext cx="22860000" cy="2540000"/>
          </a:xfrm>
          <a:prstGeom prst="rect">
            <a:avLst/>
          </a:prstGeom>
        </p:spPr>
        <p:txBody>
          <a:bodyPr anchor="b"/>
          <a:lstStyle>
            <a:lvl1pPr marL="0" indent="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1pPr>
            <a:lvl2pPr marL="0" indent="2286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2pPr>
            <a:lvl3pPr marL="0" indent="4572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3pPr>
            <a:lvl4pPr marL="0" indent="6858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4pPr>
            <a:lvl5pPr marL="0" indent="9144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5pPr>
          </a:lstStyle>
          <a:p>
            <a:r>
              <a:t>Nivel de texto 1</a:t>
            </a:r>
          </a:p>
          <a:p>
            <a:pPr lvl="1"/>
            <a:r>
              <a:t>Nivel de texto 2</a:t>
            </a:r>
          </a:p>
          <a:p>
            <a:pPr lvl="2"/>
            <a:r>
              <a:t>Nivel de texto 3</a:t>
            </a:r>
          </a:p>
          <a:p>
            <a:pPr lvl="3"/>
            <a:r>
              <a:t>Nivel de texto 4</a:t>
            </a:r>
          </a:p>
          <a:p>
            <a:pPr lvl="4"/>
            <a:r>
              <a:t>Nivel de texto 5</a:t>
            </a:r>
          </a:p>
        </p:txBody>
      </p:sp>
      <p:sp>
        <p:nvSpPr>
          <p:cNvPr id="35" name="Número de diapositiva"/>
          <p:cNvSpPr>
            <a:spLocks noGrp="1"/>
          </p:cNvSpPr>
          <p:nvPr>
            <p:ph type="sldNum" sz="quarter" idx="2"/>
          </p:nvPr>
        </p:nvSpPr>
        <p:spPr>
          <a:xfrm>
            <a:off x="23013221" y="584200"/>
            <a:ext cx="553195" cy="635000"/>
          </a:xfrm>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ítulo (centro)">
    <p:bg>
      <p:bgPr>
        <a:solidFill>
          <a:srgbClr val="222222"/>
        </a:solidFill>
        <a:effectLst/>
      </p:bgPr>
    </p:bg>
    <p:spTree>
      <p:nvGrpSpPr>
        <p:cNvPr id="1" name=""/>
        <p:cNvGrpSpPr/>
        <p:nvPr/>
      </p:nvGrpSpPr>
      <p:grpSpPr>
        <a:xfrm>
          <a:off x="0" y="0"/>
          <a:ext cx="0" cy="0"/>
          <a:chOff x="0" y="0"/>
          <a:chExt cx="0" cy="0"/>
        </a:xfrm>
      </p:grpSpPr>
      <p:sp>
        <p:nvSpPr>
          <p:cNvPr id="42" name="Texto del título"/>
          <p:cNvSpPr>
            <a:spLocks noGrp="1"/>
          </p:cNvSpPr>
          <p:nvPr>
            <p:ph type="title"/>
          </p:nvPr>
        </p:nvSpPr>
        <p:spPr>
          <a:xfrm>
            <a:off x="762000" y="5676900"/>
            <a:ext cx="22860000" cy="6350000"/>
          </a:xfrm>
          <a:prstGeom prst="rect">
            <a:avLst/>
          </a:prstGeom>
        </p:spPr>
        <p:txBody>
          <a:bodyPr/>
          <a:lstStyle>
            <a:lvl1pPr>
              <a:spcBef>
                <a:spcPts val="0"/>
              </a:spcBef>
              <a:defRPr sz="30300"/>
            </a:lvl1pPr>
          </a:lstStyle>
          <a:p>
            <a:r>
              <a:t>Texto del título</a:t>
            </a:r>
          </a:p>
        </p:txBody>
      </p:sp>
      <p:sp>
        <p:nvSpPr>
          <p:cNvPr id="43" name="Número de diapositiva"/>
          <p:cNvSpPr>
            <a:spLocks noGrp="1"/>
          </p:cNvSpPr>
          <p:nvPr>
            <p:ph type="sldNum" sz="quarter" idx="2"/>
          </p:nvPr>
        </p:nvSpPr>
        <p:spPr>
          <a:xfrm>
            <a:off x="23063199" y="609600"/>
            <a:ext cx="553196" cy="635000"/>
          </a:xfrm>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Foto (vertical)">
    <p:bg>
      <p:bgPr>
        <a:solidFill>
          <a:srgbClr val="222222"/>
        </a:solidFill>
        <a:effectLst/>
      </p:bgPr>
    </p:bg>
    <p:spTree>
      <p:nvGrpSpPr>
        <p:cNvPr id="1" name=""/>
        <p:cNvGrpSpPr/>
        <p:nvPr/>
      </p:nvGrpSpPr>
      <p:grpSpPr>
        <a:xfrm>
          <a:off x="0" y="0"/>
          <a:ext cx="0" cy="0"/>
          <a:chOff x="0" y="0"/>
          <a:chExt cx="0" cy="0"/>
        </a:xfrm>
      </p:grpSpPr>
      <p:sp>
        <p:nvSpPr>
          <p:cNvPr id="50" name="Línea"/>
          <p:cNvSpPr/>
          <p:nvPr/>
        </p:nvSpPr>
        <p:spPr>
          <a:xfrm flipV="1">
            <a:off x="11049000" y="8635798"/>
            <a:ext cx="12572997" cy="203"/>
          </a:xfrm>
          <a:prstGeom prst="line">
            <a:avLst/>
          </a:prstGeom>
          <a:ln w="50800">
            <a:solidFill>
              <a:srgbClr val="A6AAA9"/>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endParaRPr/>
          </a:p>
        </p:txBody>
      </p:sp>
      <p:sp>
        <p:nvSpPr>
          <p:cNvPr id="51" name="Imagen"/>
          <p:cNvSpPr>
            <a:spLocks noGrp="1"/>
          </p:cNvSpPr>
          <p:nvPr>
            <p:ph type="pic" idx="13"/>
          </p:nvPr>
        </p:nvSpPr>
        <p:spPr>
          <a:xfrm>
            <a:off x="0" y="0"/>
            <a:ext cx="10287000" cy="13716000"/>
          </a:xfrm>
          <a:prstGeom prst="rect">
            <a:avLst/>
          </a:prstGeom>
        </p:spPr>
        <p:txBody>
          <a:bodyPr lIns="91439" tIns="45719" rIns="91439" bIns="45719">
            <a:noAutofit/>
          </a:bodyPr>
          <a:lstStyle/>
          <a:p>
            <a:endParaRPr/>
          </a:p>
        </p:txBody>
      </p:sp>
      <p:sp>
        <p:nvSpPr>
          <p:cNvPr id="52" name="Texto del título"/>
          <p:cNvSpPr>
            <a:spLocks noGrp="1"/>
          </p:cNvSpPr>
          <p:nvPr>
            <p:ph type="title"/>
          </p:nvPr>
        </p:nvSpPr>
        <p:spPr>
          <a:xfrm>
            <a:off x="11049000" y="9042400"/>
            <a:ext cx="12573000" cy="3810000"/>
          </a:xfrm>
          <a:prstGeom prst="rect">
            <a:avLst/>
          </a:prstGeom>
        </p:spPr>
        <p:txBody>
          <a:bodyPr/>
          <a:lstStyle>
            <a:lvl1pPr>
              <a:spcBef>
                <a:spcPts val="0"/>
              </a:spcBef>
              <a:defRPr sz="30300"/>
            </a:lvl1pPr>
          </a:lstStyle>
          <a:p>
            <a:r>
              <a:t>Texto del título</a:t>
            </a:r>
          </a:p>
        </p:txBody>
      </p:sp>
      <p:sp>
        <p:nvSpPr>
          <p:cNvPr id="53" name="Nivel de texto 1…"/>
          <p:cNvSpPr>
            <a:spLocks noGrp="1"/>
          </p:cNvSpPr>
          <p:nvPr>
            <p:ph type="body" sz="quarter" idx="1"/>
          </p:nvPr>
        </p:nvSpPr>
        <p:spPr>
          <a:xfrm>
            <a:off x="11049000" y="5994400"/>
            <a:ext cx="12573000" cy="2540000"/>
          </a:xfrm>
          <a:prstGeom prst="rect">
            <a:avLst/>
          </a:prstGeom>
        </p:spPr>
        <p:txBody>
          <a:bodyPr anchor="b"/>
          <a:lstStyle>
            <a:lvl1pPr marL="0" indent="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1pPr>
            <a:lvl2pPr marL="0" indent="2286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2pPr>
            <a:lvl3pPr marL="0" indent="4572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3pPr>
            <a:lvl4pPr marL="0" indent="6858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4pPr>
            <a:lvl5pPr marL="0" indent="9144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5pPr>
          </a:lstStyle>
          <a:p>
            <a:r>
              <a:t>Nivel de texto 1</a:t>
            </a:r>
          </a:p>
          <a:p>
            <a:pPr lvl="1"/>
            <a:r>
              <a:t>Nivel de texto 2</a:t>
            </a:r>
          </a:p>
          <a:p>
            <a:pPr lvl="2"/>
            <a:r>
              <a:t>Nivel de texto 3</a:t>
            </a:r>
          </a:p>
          <a:p>
            <a:pPr lvl="3"/>
            <a:r>
              <a:t>Nivel de texto 4</a:t>
            </a:r>
          </a:p>
          <a:p>
            <a:pPr lvl="4"/>
            <a:r>
              <a:t>Nivel de texto 5</a:t>
            </a:r>
          </a:p>
        </p:txBody>
      </p:sp>
      <p:sp>
        <p:nvSpPr>
          <p:cNvPr id="54" name="Número de diapositiva"/>
          <p:cNvSpPr>
            <a:spLocks noGrp="1"/>
          </p:cNvSpPr>
          <p:nvPr>
            <p:ph type="sldNum" sz="quarter" idx="2"/>
          </p:nvPr>
        </p:nvSpPr>
        <p:spPr>
          <a:xfrm>
            <a:off x="23063199" y="609600"/>
            <a:ext cx="553196" cy="635000"/>
          </a:xfrm>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ítulo (arriba)">
    <p:spTree>
      <p:nvGrpSpPr>
        <p:cNvPr id="1" name=""/>
        <p:cNvGrpSpPr/>
        <p:nvPr/>
      </p:nvGrpSpPr>
      <p:grpSpPr>
        <a:xfrm>
          <a:off x="0" y="0"/>
          <a:ext cx="0" cy="0"/>
          <a:chOff x="0" y="0"/>
          <a:chExt cx="0" cy="0"/>
        </a:xfrm>
      </p:grpSpPr>
      <p:sp>
        <p:nvSpPr>
          <p:cNvPr id="61" name="Texto"/>
          <p:cNvSpPr>
            <a:spLocks noGrp="1"/>
          </p:cNvSpPr>
          <p:nvPr>
            <p:ph type="body" sz="quarter" idx="13"/>
          </p:nvPr>
        </p:nvSpPr>
        <p:spPr>
          <a:xfrm>
            <a:off x="762000" y="635000"/>
            <a:ext cx="20955000" cy="635000"/>
          </a:xfrm>
          <a:prstGeom prst="rect">
            <a:avLst/>
          </a:prstGeom>
        </p:spPr>
        <p:txBody>
          <a:bodyPr anchor="b">
            <a:spAutoFit/>
          </a:bodyPr>
          <a:lstStyle>
            <a:lvl1pPr marL="0" indent="0" defTabSz="647700">
              <a:lnSpc>
                <a:spcPct val="80000"/>
              </a:lnSpc>
              <a:spcBef>
                <a:spcPts val="0"/>
              </a:spcBef>
              <a:buClrTx/>
              <a:buSzTx/>
              <a:buFontTx/>
              <a:buNone/>
              <a:defRPr sz="3600" cap="all" spc="180">
                <a:latin typeface="DIN Alternate"/>
                <a:ea typeface="DIN Alternate"/>
                <a:cs typeface="DIN Alternate"/>
                <a:sym typeface="DIN Alternate"/>
              </a:defRPr>
            </a:lvl1pPr>
          </a:lstStyle>
          <a:p>
            <a:r>
              <a:t>Texto</a:t>
            </a:r>
          </a:p>
        </p:txBody>
      </p:sp>
      <p:sp>
        <p:nvSpPr>
          <p:cNvPr id="62" name="Texto del título"/>
          <p:cNvSpPr>
            <a:spLocks noGrp="1"/>
          </p:cNvSpPr>
          <p:nvPr>
            <p:ph type="title"/>
          </p:nvPr>
        </p:nvSpPr>
        <p:spPr>
          <a:prstGeom prst="rect">
            <a:avLst/>
          </a:prstGeom>
        </p:spPr>
        <p:txBody>
          <a:bodyPr/>
          <a:lstStyle/>
          <a:p>
            <a:r>
              <a:t>Texto del título</a:t>
            </a:r>
          </a:p>
        </p:txBody>
      </p:sp>
      <p:sp>
        <p:nvSpPr>
          <p:cNvPr id="63"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ítulo y viñetas">
    <p:bg>
      <p:bgPr>
        <a:solidFill>
          <a:srgbClr val="222222"/>
        </a:solidFill>
        <a:effectLst/>
      </p:bgPr>
    </p:bg>
    <p:spTree>
      <p:nvGrpSpPr>
        <p:cNvPr id="1" name=""/>
        <p:cNvGrpSpPr/>
        <p:nvPr/>
      </p:nvGrpSpPr>
      <p:grpSpPr>
        <a:xfrm>
          <a:off x="0" y="0"/>
          <a:ext cx="0" cy="0"/>
          <a:chOff x="0" y="0"/>
          <a:chExt cx="0" cy="0"/>
        </a:xfrm>
      </p:grpSpPr>
      <p:sp>
        <p:nvSpPr>
          <p:cNvPr id="70" name="Línea"/>
          <p:cNvSpPr/>
          <p:nvPr/>
        </p:nvSpPr>
        <p:spPr>
          <a:xfrm flipV="1">
            <a:off x="762000" y="1396632"/>
            <a:ext cx="22859999" cy="369"/>
          </a:xfrm>
          <a:prstGeom prst="line">
            <a:avLst/>
          </a:prstGeom>
          <a:ln w="25400">
            <a:solidFill>
              <a:srgbClr val="A6AAA9"/>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endParaRPr/>
          </a:p>
        </p:txBody>
      </p:sp>
      <p:sp>
        <p:nvSpPr>
          <p:cNvPr id="71" name="Texto"/>
          <p:cNvSpPr>
            <a:spLocks noGrp="1"/>
          </p:cNvSpPr>
          <p:nvPr>
            <p:ph type="body" sz="quarter" idx="13"/>
          </p:nvPr>
        </p:nvSpPr>
        <p:spPr>
          <a:xfrm>
            <a:off x="762000" y="635000"/>
            <a:ext cx="20955000" cy="635000"/>
          </a:xfrm>
          <a:prstGeom prst="rect">
            <a:avLst/>
          </a:prstGeom>
        </p:spPr>
        <p:txBody>
          <a:bodyPr anchor="b">
            <a:spAutoFit/>
          </a:bodyPr>
          <a:lstStyle>
            <a:lvl1pPr marL="0" indent="0" defTabSz="647700">
              <a:lnSpc>
                <a:spcPct val="80000"/>
              </a:lnSpc>
              <a:spcBef>
                <a:spcPts val="0"/>
              </a:spcBef>
              <a:buClrTx/>
              <a:buSzTx/>
              <a:buFontTx/>
              <a:buNone/>
              <a:defRPr sz="3600" cap="all" spc="180">
                <a:latin typeface="DIN Alternate"/>
                <a:ea typeface="DIN Alternate"/>
                <a:cs typeface="DIN Alternate"/>
                <a:sym typeface="DIN Alternate"/>
              </a:defRPr>
            </a:lvl1pPr>
          </a:lstStyle>
          <a:p>
            <a:r>
              <a:t>Texto</a:t>
            </a:r>
          </a:p>
        </p:txBody>
      </p:sp>
      <p:sp>
        <p:nvSpPr>
          <p:cNvPr id="72" name="Texto del título"/>
          <p:cNvSpPr>
            <a:spLocks noGrp="1"/>
          </p:cNvSpPr>
          <p:nvPr>
            <p:ph type="title"/>
          </p:nvPr>
        </p:nvSpPr>
        <p:spPr>
          <a:prstGeom prst="rect">
            <a:avLst/>
          </a:prstGeom>
        </p:spPr>
        <p:txBody>
          <a:bodyPr/>
          <a:lstStyle/>
          <a:p>
            <a:r>
              <a:t>Texto del título</a:t>
            </a:r>
          </a:p>
        </p:txBody>
      </p:sp>
      <p:sp>
        <p:nvSpPr>
          <p:cNvPr id="73" name="Nivel de texto 1…"/>
          <p:cNvSpPr>
            <a:spLocks noGrp="1"/>
          </p:cNvSpPr>
          <p:nvPr>
            <p:ph type="body" idx="1"/>
          </p:nvPr>
        </p:nvSpPr>
        <p:spPr>
          <a:prstGeom prst="rect">
            <a:avLst/>
          </a:prstGeom>
        </p:spPr>
        <p:txBody>
          <a:bodyPr/>
          <a:lstStyle>
            <a:lvl1pPr>
              <a:buClr>
                <a:schemeClr val="accent1"/>
              </a:buClr>
              <a:buChar char="▸"/>
            </a:lvl1pPr>
            <a:lvl2pPr>
              <a:buClr>
                <a:schemeClr val="accent1"/>
              </a:buClr>
              <a:buChar char="▸"/>
            </a:lvl2pPr>
            <a:lvl3pPr>
              <a:buClr>
                <a:schemeClr val="accent1"/>
              </a:buClr>
              <a:buChar char="▸"/>
            </a:lvl3pPr>
            <a:lvl4pPr>
              <a:buClr>
                <a:schemeClr val="accent1"/>
              </a:buClr>
              <a:buChar char="▸"/>
            </a:lvl4pPr>
            <a:lvl5pPr>
              <a:buClr>
                <a:schemeClr val="accent1"/>
              </a:buClr>
              <a:buChar char="▸"/>
            </a:lvl5pPr>
          </a:lstStyle>
          <a:p>
            <a:r>
              <a:t>Nivel de texto 1</a:t>
            </a:r>
          </a:p>
          <a:p>
            <a:pPr lvl="1"/>
            <a:r>
              <a:t>Nivel de texto 2</a:t>
            </a:r>
          </a:p>
          <a:p>
            <a:pPr lvl="2"/>
            <a:r>
              <a:t>Nivel de texto 3</a:t>
            </a:r>
          </a:p>
          <a:p>
            <a:pPr lvl="3"/>
            <a:r>
              <a:t>Nivel de texto 4</a:t>
            </a:r>
          </a:p>
          <a:p>
            <a:pPr lvl="4"/>
            <a:r>
              <a:t>Nivel de texto 5</a:t>
            </a:r>
          </a:p>
        </p:txBody>
      </p:sp>
      <p:sp>
        <p:nvSpPr>
          <p:cNvPr id="74"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ítulo y viñetas alt.">
    <p:spTree>
      <p:nvGrpSpPr>
        <p:cNvPr id="1" name=""/>
        <p:cNvGrpSpPr/>
        <p:nvPr/>
      </p:nvGrpSpPr>
      <p:grpSpPr>
        <a:xfrm>
          <a:off x="0" y="0"/>
          <a:ext cx="0" cy="0"/>
          <a:chOff x="0" y="0"/>
          <a:chExt cx="0" cy="0"/>
        </a:xfrm>
      </p:grpSpPr>
      <p:sp>
        <p:nvSpPr>
          <p:cNvPr id="81" name="Texto del título"/>
          <p:cNvSpPr>
            <a:spLocks noGrp="1"/>
          </p:cNvSpPr>
          <p:nvPr>
            <p:ph type="title"/>
          </p:nvPr>
        </p:nvSpPr>
        <p:spPr>
          <a:xfrm>
            <a:off x="513183" y="942564"/>
            <a:ext cx="22860001" cy="1016001"/>
          </a:xfrm>
          <a:prstGeom prst="rect">
            <a:avLst/>
          </a:prstGeom>
        </p:spPr>
        <p:txBody>
          <a:bodyPr/>
          <a:lstStyle/>
          <a:p>
            <a:r>
              <a:t>Texto del título</a:t>
            </a:r>
          </a:p>
        </p:txBody>
      </p:sp>
      <p:sp>
        <p:nvSpPr>
          <p:cNvPr id="82" name="Nivel de texto 1…"/>
          <p:cNvSpPr>
            <a:spLocks noGrp="1"/>
          </p:cNvSpPr>
          <p:nvPr>
            <p:ph type="body" idx="1"/>
          </p:nvPr>
        </p:nvSpPr>
        <p:spPr>
          <a:prstGeom prst="rect">
            <a:avLst/>
          </a:prstGeom>
        </p:spPr>
        <p:txBody>
          <a:bodyPr/>
          <a:lstStyle>
            <a:lvl1pPr>
              <a:buClr>
                <a:schemeClr val="accent1"/>
              </a:buClr>
              <a:buChar char="▸"/>
            </a:lvl1pPr>
            <a:lvl2pPr>
              <a:buClr>
                <a:schemeClr val="accent1"/>
              </a:buClr>
              <a:buChar char="▸"/>
            </a:lvl2pPr>
            <a:lvl3pPr>
              <a:buClr>
                <a:schemeClr val="accent1"/>
              </a:buClr>
              <a:buChar char="▸"/>
            </a:lvl3pPr>
            <a:lvl4pPr>
              <a:buClr>
                <a:schemeClr val="accent1"/>
              </a:buClr>
              <a:buChar char="▸"/>
            </a:lvl4pPr>
            <a:lvl5pPr>
              <a:buClr>
                <a:schemeClr val="accent1"/>
              </a:buClr>
              <a:buChar char="▸"/>
            </a:lvl5pPr>
          </a:lstStyle>
          <a:p>
            <a:r>
              <a:t>Nivel de texto 1</a:t>
            </a:r>
          </a:p>
          <a:p>
            <a:pPr lvl="1"/>
            <a:r>
              <a:t>Nivel de texto 2</a:t>
            </a:r>
          </a:p>
          <a:p>
            <a:pPr lvl="2"/>
            <a:r>
              <a:t>Nivel de texto 3</a:t>
            </a:r>
          </a:p>
          <a:p>
            <a:pPr lvl="3"/>
            <a:r>
              <a:t>Nivel de texto 4</a:t>
            </a:r>
          </a:p>
          <a:p>
            <a:pPr lvl="4"/>
            <a:r>
              <a:t>Nivel de texto 5</a:t>
            </a:r>
          </a:p>
        </p:txBody>
      </p:sp>
      <p:pic>
        <p:nvPicPr>
          <p:cNvPr id="83" name="pasted-image.pdf" descr="pasted-image.pdf"/>
          <p:cNvPicPr>
            <a:picLocks noChangeAspect="1"/>
          </p:cNvPicPr>
          <p:nvPr/>
        </p:nvPicPr>
        <p:blipFill>
          <a:blip r:embed="rId2">
            <a:extLst/>
          </a:blip>
          <a:stretch>
            <a:fillRect/>
          </a:stretch>
        </p:blipFill>
        <p:spPr>
          <a:xfrm>
            <a:off x="-1" y="10755078"/>
            <a:ext cx="24384001" cy="2975444"/>
          </a:xfrm>
          <a:prstGeom prst="rect">
            <a:avLst/>
          </a:prstGeom>
          <a:ln w="12700">
            <a:miter lim="400000"/>
          </a:ln>
        </p:spPr>
      </p:pic>
      <p:sp>
        <p:nvSpPr>
          <p:cNvPr id="84"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Título, viñetas y foto">
    <p:bg>
      <p:bgPr>
        <a:solidFill>
          <a:srgbClr val="222222"/>
        </a:solidFill>
        <a:effectLst/>
      </p:bgPr>
    </p:bg>
    <p:spTree>
      <p:nvGrpSpPr>
        <p:cNvPr id="1" name=""/>
        <p:cNvGrpSpPr/>
        <p:nvPr/>
      </p:nvGrpSpPr>
      <p:grpSpPr>
        <a:xfrm>
          <a:off x="0" y="0"/>
          <a:ext cx="0" cy="0"/>
          <a:chOff x="0" y="0"/>
          <a:chExt cx="0" cy="0"/>
        </a:xfrm>
      </p:grpSpPr>
      <p:sp>
        <p:nvSpPr>
          <p:cNvPr id="91" name="Línea"/>
          <p:cNvSpPr/>
          <p:nvPr/>
        </p:nvSpPr>
        <p:spPr>
          <a:xfrm flipV="1">
            <a:off x="762000" y="1396632"/>
            <a:ext cx="22859999" cy="369"/>
          </a:xfrm>
          <a:prstGeom prst="line">
            <a:avLst/>
          </a:prstGeom>
          <a:ln w="25400">
            <a:solidFill>
              <a:srgbClr val="A6AAA9"/>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endParaRPr/>
          </a:p>
        </p:txBody>
      </p:sp>
      <p:sp>
        <p:nvSpPr>
          <p:cNvPr id="92" name="Texto"/>
          <p:cNvSpPr>
            <a:spLocks noGrp="1"/>
          </p:cNvSpPr>
          <p:nvPr>
            <p:ph type="body" sz="quarter" idx="13"/>
          </p:nvPr>
        </p:nvSpPr>
        <p:spPr>
          <a:xfrm>
            <a:off x="762000" y="635000"/>
            <a:ext cx="20955000" cy="635000"/>
          </a:xfrm>
          <a:prstGeom prst="rect">
            <a:avLst/>
          </a:prstGeom>
        </p:spPr>
        <p:txBody>
          <a:bodyPr anchor="b">
            <a:spAutoFit/>
          </a:bodyPr>
          <a:lstStyle>
            <a:lvl1pPr marL="0" indent="0" defTabSz="647700">
              <a:lnSpc>
                <a:spcPct val="80000"/>
              </a:lnSpc>
              <a:spcBef>
                <a:spcPts val="0"/>
              </a:spcBef>
              <a:buClrTx/>
              <a:buSzTx/>
              <a:buFontTx/>
              <a:buNone/>
              <a:defRPr sz="3600" cap="all" spc="180">
                <a:latin typeface="DIN Alternate"/>
                <a:ea typeface="DIN Alternate"/>
                <a:cs typeface="DIN Alternate"/>
                <a:sym typeface="DIN Alternate"/>
              </a:defRPr>
            </a:lvl1pPr>
          </a:lstStyle>
          <a:p>
            <a:r>
              <a:t>Texto</a:t>
            </a:r>
          </a:p>
        </p:txBody>
      </p:sp>
      <p:sp>
        <p:nvSpPr>
          <p:cNvPr id="93" name="Imagen"/>
          <p:cNvSpPr>
            <a:spLocks noGrp="1"/>
          </p:cNvSpPr>
          <p:nvPr>
            <p:ph type="pic" sz="half" idx="14"/>
          </p:nvPr>
        </p:nvSpPr>
        <p:spPr>
          <a:xfrm>
            <a:off x="13335000" y="2159000"/>
            <a:ext cx="10287000" cy="10795000"/>
          </a:xfrm>
          <a:prstGeom prst="rect">
            <a:avLst/>
          </a:prstGeom>
        </p:spPr>
        <p:txBody>
          <a:bodyPr lIns="91439" tIns="45719" rIns="91439" bIns="45719">
            <a:noAutofit/>
          </a:bodyPr>
          <a:lstStyle/>
          <a:p>
            <a:endParaRPr/>
          </a:p>
        </p:txBody>
      </p:sp>
      <p:sp>
        <p:nvSpPr>
          <p:cNvPr id="94" name="Texto del título"/>
          <p:cNvSpPr>
            <a:spLocks noGrp="1"/>
          </p:cNvSpPr>
          <p:nvPr>
            <p:ph type="title"/>
          </p:nvPr>
        </p:nvSpPr>
        <p:spPr>
          <a:xfrm>
            <a:off x="762000" y="2159000"/>
            <a:ext cx="11811000" cy="1016000"/>
          </a:xfrm>
          <a:prstGeom prst="rect">
            <a:avLst/>
          </a:prstGeom>
        </p:spPr>
        <p:txBody>
          <a:bodyPr/>
          <a:lstStyle/>
          <a:p>
            <a:r>
              <a:t>Texto del título</a:t>
            </a:r>
          </a:p>
        </p:txBody>
      </p:sp>
      <p:sp>
        <p:nvSpPr>
          <p:cNvPr id="95" name="Nivel de texto 1…"/>
          <p:cNvSpPr>
            <a:spLocks noGrp="1"/>
          </p:cNvSpPr>
          <p:nvPr>
            <p:ph type="body" sz="half" idx="1"/>
          </p:nvPr>
        </p:nvSpPr>
        <p:spPr>
          <a:xfrm>
            <a:off x="762000" y="3860800"/>
            <a:ext cx="11811000" cy="8585200"/>
          </a:xfrm>
          <a:prstGeom prst="rect">
            <a:avLst/>
          </a:prstGeom>
        </p:spPr>
        <p:txBody>
          <a:bodyPr/>
          <a:lstStyle>
            <a:lvl1pPr>
              <a:buClr>
                <a:schemeClr val="accent1"/>
              </a:buClr>
              <a:buChar char="▸"/>
              <a:defRPr sz="4000"/>
            </a:lvl1pPr>
            <a:lvl2pPr>
              <a:buClr>
                <a:schemeClr val="accent1"/>
              </a:buClr>
              <a:buChar char="▸"/>
              <a:defRPr sz="4000"/>
            </a:lvl2pPr>
            <a:lvl3pPr>
              <a:buClr>
                <a:schemeClr val="accent1"/>
              </a:buClr>
              <a:buChar char="▸"/>
              <a:defRPr sz="4000"/>
            </a:lvl3pPr>
            <a:lvl4pPr>
              <a:buClr>
                <a:schemeClr val="accent1"/>
              </a:buClr>
              <a:buChar char="▸"/>
              <a:defRPr sz="4000"/>
            </a:lvl4pPr>
            <a:lvl5pPr>
              <a:buClr>
                <a:schemeClr val="accent1"/>
              </a:buClr>
              <a:buChar char="▸"/>
              <a:defRPr sz="4000"/>
            </a:lvl5pPr>
          </a:lstStyle>
          <a:p>
            <a:r>
              <a:t>Nivel de texto 1</a:t>
            </a:r>
          </a:p>
          <a:p>
            <a:pPr lvl="1"/>
            <a:r>
              <a:t>Nivel de texto 2</a:t>
            </a:r>
          </a:p>
          <a:p>
            <a:pPr lvl="2"/>
            <a:r>
              <a:t>Nivel de texto 3</a:t>
            </a:r>
          </a:p>
          <a:p>
            <a:pPr lvl="3"/>
            <a:r>
              <a:t>Nivel de texto 4</a:t>
            </a:r>
          </a:p>
          <a:p>
            <a:pPr lvl="4"/>
            <a:r>
              <a:t>Nivel de texto 5</a:t>
            </a:r>
          </a:p>
        </p:txBody>
      </p:sp>
      <p:sp>
        <p:nvSpPr>
          <p:cNvPr id="96"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Viñetas">
    <p:bg>
      <p:bgPr>
        <a:solidFill>
          <a:srgbClr val="222222"/>
        </a:solidFill>
        <a:effectLst/>
      </p:bgPr>
    </p:bg>
    <p:spTree>
      <p:nvGrpSpPr>
        <p:cNvPr id="1" name=""/>
        <p:cNvGrpSpPr/>
        <p:nvPr/>
      </p:nvGrpSpPr>
      <p:grpSpPr>
        <a:xfrm>
          <a:off x="0" y="0"/>
          <a:ext cx="0" cy="0"/>
          <a:chOff x="0" y="0"/>
          <a:chExt cx="0" cy="0"/>
        </a:xfrm>
      </p:grpSpPr>
      <p:sp>
        <p:nvSpPr>
          <p:cNvPr id="103" name="Línea"/>
          <p:cNvSpPr/>
          <p:nvPr/>
        </p:nvSpPr>
        <p:spPr>
          <a:xfrm flipV="1">
            <a:off x="762000" y="1396632"/>
            <a:ext cx="22859999" cy="369"/>
          </a:xfrm>
          <a:prstGeom prst="line">
            <a:avLst/>
          </a:prstGeom>
          <a:ln w="25400">
            <a:solidFill>
              <a:srgbClr val="A6AAA9"/>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endParaRPr/>
          </a:p>
        </p:txBody>
      </p:sp>
      <p:sp>
        <p:nvSpPr>
          <p:cNvPr id="104" name="Texto"/>
          <p:cNvSpPr>
            <a:spLocks noGrp="1"/>
          </p:cNvSpPr>
          <p:nvPr>
            <p:ph type="body" sz="quarter" idx="13"/>
          </p:nvPr>
        </p:nvSpPr>
        <p:spPr>
          <a:xfrm>
            <a:off x="762000" y="635000"/>
            <a:ext cx="20955000" cy="635000"/>
          </a:xfrm>
          <a:prstGeom prst="rect">
            <a:avLst/>
          </a:prstGeom>
        </p:spPr>
        <p:txBody>
          <a:bodyPr anchor="b">
            <a:spAutoFit/>
          </a:bodyPr>
          <a:lstStyle>
            <a:lvl1pPr marL="0" indent="0" defTabSz="647700">
              <a:lnSpc>
                <a:spcPct val="80000"/>
              </a:lnSpc>
              <a:spcBef>
                <a:spcPts val="0"/>
              </a:spcBef>
              <a:buClrTx/>
              <a:buSzTx/>
              <a:buFontTx/>
              <a:buNone/>
              <a:defRPr sz="3600" cap="all" spc="180">
                <a:latin typeface="DIN Alternate"/>
                <a:ea typeface="DIN Alternate"/>
                <a:cs typeface="DIN Alternate"/>
                <a:sym typeface="DIN Alternate"/>
              </a:defRPr>
            </a:lvl1pPr>
          </a:lstStyle>
          <a:p>
            <a:r>
              <a:t>Texto</a:t>
            </a:r>
          </a:p>
        </p:txBody>
      </p:sp>
      <p:sp>
        <p:nvSpPr>
          <p:cNvPr id="105" name="Nivel de texto 1…"/>
          <p:cNvSpPr>
            <a:spLocks noGrp="1"/>
          </p:cNvSpPr>
          <p:nvPr>
            <p:ph type="body" idx="1"/>
          </p:nvPr>
        </p:nvSpPr>
        <p:spPr>
          <a:prstGeom prst="rect">
            <a:avLst/>
          </a:prstGeom>
        </p:spPr>
        <p:txBody>
          <a:bodyPr/>
          <a:lstStyle>
            <a:lvl1pPr>
              <a:buClr>
                <a:schemeClr val="accent1"/>
              </a:buClr>
              <a:buSzPct val="125000"/>
              <a:buChar char="▸"/>
            </a:lvl1pPr>
            <a:lvl2pPr>
              <a:buClr>
                <a:schemeClr val="accent1"/>
              </a:buClr>
              <a:buSzPct val="125000"/>
              <a:buChar char="▸"/>
            </a:lvl2pPr>
            <a:lvl3pPr>
              <a:buClr>
                <a:schemeClr val="accent1"/>
              </a:buClr>
              <a:buSzPct val="125000"/>
              <a:buChar char="▸"/>
            </a:lvl3pPr>
            <a:lvl4pPr>
              <a:buClr>
                <a:schemeClr val="accent1"/>
              </a:buClr>
              <a:buSzPct val="125000"/>
              <a:buChar char="▸"/>
            </a:lvl4pPr>
            <a:lvl5pPr>
              <a:buClr>
                <a:schemeClr val="accent1"/>
              </a:buClr>
              <a:buSzPct val="125000"/>
              <a:buChar char="▸"/>
            </a:lvl5pPr>
          </a:lstStyle>
          <a:p>
            <a:r>
              <a:t>Nivel de texto 1</a:t>
            </a:r>
          </a:p>
          <a:p>
            <a:pPr lvl="1"/>
            <a:r>
              <a:t>Nivel de texto 2</a:t>
            </a:r>
          </a:p>
          <a:p>
            <a:pPr lvl="2"/>
            <a:r>
              <a:t>Nivel de texto 3</a:t>
            </a:r>
          </a:p>
          <a:p>
            <a:pPr lvl="3"/>
            <a:r>
              <a:t>Nivel de texto 4</a:t>
            </a:r>
          </a:p>
          <a:p>
            <a:pPr lvl="4"/>
            <a:r>
              <a:t>Nivel de texto 5</a:t>
            </a:r>
          </a:p>
        </p:txBody>
      </p:sp>
      <p:sp>
        <p:nvSpPr>
          <p:cNvPr id="106"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3 fotos">
    <p:bg>
      <p:bgPr>
        <a:solidFill>
          <a:srgbClr val="222222"/>
        </a:solidFill>
        <a:effectLst/>
      </p:bgPr>
    </p:bg>
    <p:spTree>
      <p:nvGrpSpPr>
        <p:cNvPr id="1" name=""/>
        <p:cNvGrpSpPr/>
        <p:nvPr/>
      </p:nvGrpSpPr>
      <p:grpSpPr>
        <a:xfrm>
          <a:off x="0" y="0"/>
          <a:ext cx="0" cy="0"/>
          <a:chOff x="0" y="0"/>
          <a:chExt cx="0" cy="0"/>
        </a:xfrm>
      </p:grpSpPr>
      <p:sp>
        <p:nvSpPr>
          <p:cNvPr id="113" name="Imagen"/>
          <p:cNvSpPr>
            <a:spLocks noGrp="1"/>
          </p:cNvSpPr>
          <p:nvPr>
            <p:ph type="pic" sz="half" idx="13"/>
          </p:nvPr>
        </p:nvSpPr>
        <p:spPr>
          <a:xfrm>
            <a:off x="12192000" y="0"/>
            <a:ext cx="12192000" cy="6832600"/>
          </a:xfrm>
          <a:prstGeom prst="rect">
            <a:avLst/>
          </a:prstGeom>
        </p:spPr>
        <p:txBody>
          <a:bodyPr lIns="91439" tIns="45719" rIns="91439" bIns="45719">
            <a:noAutofit/>
          </a:bodyPr>
          <a:lstStyle/>
          <a:p>
            <a:endParaRPr/>
          </a:p>
        </p:txBody>
      </p:sp>
      <p:sp>
        <p:nvSpPr>
          <p:cNvPr id="114" name="Imagen"/>
          <p:cNvSpPr>
            <a:spLocks noGrp="1"/>
          </p:cNvSpPr>
          <p:nvPr>
            <p:ph type="pic" sz="half" idx="14"/>
          </p:nvPr>
        </p:nvSpPr>
        <p:spPr>
          <a:xfrm>
            <a:off x="12192000" y="6896100"/>
            <a:ext cx="12192000" cy="6819900"/>
          </a:xfrm>
          <a:prstGeom prst="rect">
            <a:avLst/>
          </a:prstGeom>
        </p:spPr>
        <p:txBody>
          <a:bodyPr lIns="91439" tIns="45719" rIns="91439" bIns="45719">
            <a:noAutofit/>
          </a:bodyPr>
          <a:lstStyle/>
          <a:p>
            <a:endParaRPr/>
          </a:p>
        </p:txBody>
      </p:sp>
      <p:sp>
        <p:nvSpPr>
          <p:cNvPr id="115" name="Imagen"/>
          <p:cNvSpPr>
            <a:spLocks noGrp="1"/>
          </p:cNvSpPr>
          <p:nvPr>
            <p:ph type="pic" idx="15"/>
          </p:nvPr>
        </p:nvSpPr>
        <p:spPr>
          <a:xfrm>
            <a:off x="0" y="0"/>
            <a:ext cx="12128500" cy="13716000"/>
          </a:xfrm>
          <a:prstGeom prst="rect">
            <a:avLst/>
          </a:prstGeom>
        </p:spPr>
        <p:txBody>
          <a:bodyPr lIns="91439" tIns="45719" rIns="91439" bIns="45719">
            <a:noAutofit/>
          </a:bodyPr>
          <a:lstStyle/>
          <a:p>
            <a:endParaRPr/>
          </a:p>
        </p:txBody>
      </p:sp>
      <p:sp>
        <p:nvSpPr>
          <p:cNvPr id="116"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Cita">
    <p:bg>
      <p:bgPr>
        <a:solidFill>
          <a:srgbClr val="222222"/>
        </a:solidFill>
        <a:effectLst/>
      </p:bgPr>
    </p:bg>
    <p:spTree>
      <p:nvGrpSpPr>
        <p:cNvPr id="1" name=""/>
        <p:cNvGrpSpPr/>
        <p:nvPr/>
      </p:nvGrpSpPr>
      <p:grpSpPr>
        <a:xfrm>
          <a:off x="0" y="0"/>
          <a:ext cx="0" cy="0"/>
          <a:chOff x="0" y="0"/>
          <a:chExt cx="0" cy="0"/>
        </a:xfrm>
      </p:grpSpPr>
      <p:sp>
        <p:nvSpPr>
          <p:cNvPr id="123" name="Línea"/>
          <p:cNvSpPr/>
          <p:nvPr/>
        </p:nvSpPr>
        <p:spPr>
          <a:xfrm flipV="1">
            <a:off x="762000" y="1396632"/>
            <a:ext cx="22859999" cy="369"/>
          </a:xfrm>
          <a:prstGeom prst="line">
            <a:avLst/>
          </a:prstGeom>
          <a:ln w="25400">
            <a:solidFill>
              <a:srgbClr val="A6AAA9"/>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endParaRPr/>
          </a:p>
        </p:txBody>
      </p:sp>
      <p:sp>
        <p:nvSpPr>
          <p:cNvPr id="124" name="Bocadillo cuadrado"/>
          <p:cNvSpPr/>
          <p:nvPr/>
        </p:nvSpPr>
        <p:spPr>
          <a:xfrm>
            <a:off x="876300" y="3314700"/>
            <a:ext cx="22631400" cy="7317185"/>
          </a:xfrm>
          <a:custGeom>
            <a:avLst/>
            <a:gdLst/>
            <a:ahLst/>
            <a:cxnLst>
              <a:cxn ang="0">
                <a:pos x="wd2" y="hd2"/>
              </a:cxn>
              <a:cxn ang="5400000">
                <a:pos x="wd2" y="hd2"/>
              </a:cxn>
              <a:cxn ang="10800000">
                <a:pos x="wd2" y="hd2"/>
              </a:cxn>
              <a:cxn ang="16200000">
                <a:pos x="wd2" y="hd2"/>
              </a:cxn>
            </a:cxnLst>
            <a:rect l="0" t="0" r="r" b="b"/>
            <a:pathLst>
              <a:path w="21600" h="21600" extrusionOk="0">
                <a:moveTo>
                  <a:pt x="119" y="0"/>
                </a:moveTo>
                <a:cubicBezTo>
                  <a:pt x="54" y="0"/>
                  <a:pt x="0" y="165"/>
                  <a:pt x="0" y="369"/>
                </a:cubicBezTo>
                <a:lnTo>
                  <a:pt x="0" y="19013"/>
                </a:lnTo>
                <a:cubicBezTo>
                  <a:pt x="0" y="19217"/>
                  <a:pt x="54" y="19382"/>
                  <a:pt x="119" y="19382"/>
                </a:cubicBezTo>
                <a:lnTo>
                  <a:pt x="18186" y="19382"/>
                </a:lnTo>
                <a:lnTo>
                  <a:pt x="18717" y="21600"/>
                </a:lnTo>
                <a:lnTo>
                  <a:pt x="19247" y="19382"/>
                </a:lnTo>
                <a:lnTo>
                  <a:pt x="21481" y="19382"/>
                </a:lnTo>
                <a:cubicBezTo>
                  <a:pt x="21546" y="19382"/>
                  <a:pt x="21600" y="19217"/>
                  <a:pt x="21600" y="19013"/>
                </a:cubicBezTo>
                <a:lnTo>
                  <a:pt x="21600" y="369"/>
                </a:lnTo>
                <a:cubicBezTo>
                  <a:pt x="21600" y="165"/>
                  <a:pt x="21546" y="0"/>
                  <a:pt x="21481" y="0"/>
                </a:cubicBezTo>
                <a:lnTo>
                  <a:pt x="119" y="0"/>
                </a:lnTo>
                <a:close/>
              </a:path>
            </a:pathLst>
          </a:custGeom>
          <a:solidFill>
            <a:schemeClr val="accent1"/>
          </a:solidFill>
          <a:ln w="12700">
            <a:miter lim="400000"/>
          </a:ln>
        </p:spPr>
        <p:txBody>
          <a:bodyPr lIns="50800" tIns="50800" rIns="50800" bIns="50800" anchor="ctr"/>
          <a:lstStyle/>
          <a:p>
            <a:pPr algn="ctr">
              <a:lnSpc>
                <a:spcPct val="80000"/>
              </a:lnSpc>
              <a:spcBef>
                <a:spcPts val="0"/>
              </a:spcBef>
              <a:defRPr sz="4000" cap="all">
                <a:solidFill>
                  <a:srgbClr val="FFFFFF"/>
                </a:solidFill>
                <a:latin typeface="+mn-lt"/>
                <a:ea typeface="+mn-ea"/>
                <a:cs typeface="+mn-cs"/>
                <a:sym typeface="DIN Condensed"/>
              </a:defRPr>
            </a:pPr>
            <a:endParaRPr/>
          </a:p>
        </p:txBody>
      </p:sp>
      <p:sp>
        <p:nvSpPr>
          <p:cNvPr id="125" name="Escribir una cita aquí"/>
          <p:cNvSpPr>
            <a:spLocks noGrp="1"/>
          </p:cNvSpPr>
          <p:nvPr>
            <p:ph type="body" sz="quarter" idx="13"/>
          </p:nvPr>
        </p:nvSpPr>
        <p:spPr>
          <a:xfrm>
            <a:off x="1676400" y="4089400"/>
            <a:ext cx="21056600" cy="1805946"/>
          </a:xfrm>
          <a:prstGeom prst="rect">
            <a:avLst/>
          </a:prstGeom>
        </p:spPr>
        <p:txBody>
          <a:bodyPr>
            <a:spAutoFit/>
          </a:bodyPr>
          <a:lstStyle>
            <a:lvl1pPr marL="0" indent="0">
              <a:lnSpc>
                <a:spcPct val="80000"/>
              </a:lnSpc>
              <a:spcBef>
                <a:spcPts val="0"/>
              </a:spcBef>
              <a:buClrTx/>
              <a:buSzTx/>
              <a:buFontTx/>
              <a:buNone/>
              <a:defRPr sz="13400" cap="all">
                <a:solidFill>
                  <a:srgbClr val="FFFFFF"/>
                </a:solidFill>
                <a:latin typeface="+mn-lt"/>
                <a:ea typeface="+mn-ea"/>
                <a:cs typeface="+mn-cs"/>
                <a:sym typeface="DIN Condensed"/>
              </a:defRPr>
            </a:lvl1pPr>
          </a:lstStyle>
          <a:p>
            <a:r>
              <a:t>Escribir una cita aquí</a:t>
            </a:r>
          </a:p>
        </p:txBody>
      </p:sp>
      <p:sp>
        <p:nvSpPr>
          <p:cNvPr id="126" name="Juan López"/>
          <p:cNvSpPr>
            <a:spLocks noGrp="1"/>
          </p:cNvSpPr>
          <p:nvPr>
            <p:ph type="body" sz="quarter" idx="14"/>
          </p:nvPr>
        </p:nvSpPr>
        <p:spPr>
          <a:xfrm>
            <a:off x="762000" y="10953750"/>
            <a:ext cx="22860000" cy="1206500"/>
          </a:xfrm>
          <a:prstGeom prst="rect">
            <a:avLst/>
          </a:prstGeom>
        </p:spPr>
        <p:txBody>
          <a:bodyPr anchor="ctr">
            <a:spAutoFit/>
          </a:bodyPr>
          <a:lstStyle>
            <a:lvl1pPr marL="0" indent="0" algn="r">
              <a:lnSpc>
                <a:spcPct val="80000"/>
              </a:lnSpc>
              <a:spcBef>
                <a:spcPts val="0"/>
              </a:spcBef>
              <a:buClrTx/>
              <a:buSzTx/>
              <a:buFontTx/>
              <a:buNone/>
              <a:defRPr sz="8700">
                <a:latin typeface="+mn-lt"/>
                <a:ea typeface="+mn-ea"/>
                <a:cs typeface="+mn-cs"/>
                <a:sym typeface="DIN Condensed"/>
              </a:defRPr>
            </a:lvl1pPr>
          </a:lstStyle>
          <a:p>
            <a:r>
              <a:t>Juan López</a:t>
            </a:r>
          </a:p>
        </p:txBody>
      </p:sp>
      <p:sp>
        <p:nvSpPr>
          <p:cNvPr id="127" name="Texto"/>
          <p:cNvSpPr>
            <a:spLocks noGrp="1"/>
          </p:cNvSpPr>
          <p:nvPr>
            <p:ph type="body" sz="quarter" idx="15"/>
          </p:nvPr>
        </p:nvSpPr>
        <p:spPr>
          <a:xfrm>
            <a:off x="762000" y="635000"/>
            <a:ext cx="20955000" cy="635000"/>
          </a:xfrm>
          <a:prstGeom prst="rect">
            <a:avLst/>
          </a:prstGeom>
        </p:spPr>
        <p:txBody>
          <a:bodyPr anchor="b">
            <a:spAutoFit/>
          </a:bodyPr>
          <a:lstStyle>
            <a:lvl1pPr marL="0" indent="0" defTabSz="647700">
              <a:lnSpc>
                <a:spcPct val="80000"/>
              </a:lnSpc>
              <a:spcBef>
                <a:spcPts val="0"/>
              </a:spcBef>
              <a:buClrTx/>
              <a:buSzTx/>
              <a:buFontTx/>
              <a:buNone/>
              <a:defRPr sz="3600" cap="all" spc="180">
                <a:latin typeface="DIN Alternate"/>
                <a:ea typeface="DIN Alternate"/>
                <a:cs typeface="DIN Alternate"/>
                <a:sym typeface="DIN Alternate"/>
              </a:defRPr>
            </a:lvl1pPr>
          </a:lstStyle>
          <a:p>
            <a:r>
              <a:t>Texto</a:t>
            </a:r>
          </a:p>
        </p:txBody>
      </p:sp>
      <p:sp>
        <p:nvSpPr>
          <p:cNvPr id="128"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Cita alt.">
    <p:bg>
      <p:bgPr>
        <a:solidFill>
          <a:schemeClr val="accent1"/>
        </a:solidFill>
        <a:effectLst/>
      </p:bgPr>
    </p:bg>
    <p:spTree>
      <p:nvGrpSpPr>
        <p:cNvPr id="1" name=""/>
        <p:cNvGrpSpPr/>
        <p:nvPr/>
      </p:nvGrpSpPr>
      <p:grpSpPr>
        <a:xfrm>
          <a:off x="0" y="0"/>
          <a:ext cx="0" cy="0"/>
          <a:chOff x="0" y="0"/>
          <a:chExt cx="0" cy="0"/>
        </a:xfrm>
      </p:grpSpPr>
      <p:sp>
        <p:nvSpPr>
          <p:cNvPr id="135" name="Escribir una cita aquí"/>
          <p:cNvSpPr>
            <a:spLocks noGrp="1"/>
          </p:cNvSpPr>
          <p:nvPr>
            <p:ph type="body" sz="quarter" idx="13"/>
          </p:nvPr>
        </p:nvSpPr>
        <p:spPr>
          <a:xfrm>
            <a:off x="11049000" y="3721100"/>
            <a:ext cx="12573000" cy="3509777"/>
          </a:xfrm>
          <a:prstGeom prst="rect">
            <a:avLst/>
          </a:prstGeom>
        </p:spPr>
        <p:txBody>
          <a:bodyPr>
            <a:spAutoFit/>
          </a:bodyPr>
          <a:lstStyle>
            <a:lvl1pPr marL="0" indent="0">
              <a:lnSpc>
                <a:spcPct val="80000"/>
              </a:lnSpc>
              <a:spcBef>
                <a:spcPts val="0"/>
              </a:spcBef>
              <a:buClrTx/>
              <a:buSzTx/>
              <a:buFontTx/>
              <a:buNone/>
              <a:defRPr sz="13400" cap="all">
                <a:solidFill>
                  <a:srgbClr val="FFFFFF"/>
                </a:solidFill>
                <a:latin typeface="+mn-lt"/>
                <a:ea typeface="+mn-ea"/>
                <a:cs typeface="+mn-cs"/>
                <a:sym typeface="DIN Condensed"/>
              </a:defRPr>
            </a:lvl1pPr>
          </a:lstStyle>
          <a:p>
            <a:r>
              <a:t>Escribir una cita aquí</a:t>
            </a:r>
          </a:p>
        </p:txBody>
      </p:sp>
      <p:sp>
        <p:nvSpPr>
          <p:cNvPr id="136" name="Imagen"/>
          <p:cNvSpPr>
            <a:spLocks noGrp="1"/>
          </p:cNvSpPr>
          <p:nvPr>
            <p:ph type="pic" idx="14"/>
          </p:nvPr>
        </p:nvSpPr>
        <p:spPr>
          <a:xfrm>
            <a:off x="0" y="0"/>
            <a:ext cx="10287000" cy="13716000"/>
          </a:xfrm>
          <a:prstGeom prst="rect">
            <a:avLst/>
          </a:prstGeom>
        </p:spPr>
        <p:txBody>
          <a:bodyPr lIns="91439" tIns="45719" rIns="91439" bIns="45719">
            <a:noAutofit/>
          </a:bodyPr>
          <a:lstStyle/>
          <a:p>
            <a:endParaRPr/>
          </a:p>
        </p:txBody>
      </p:sp>
      <p:sp>
        <p:nvSpPr>
          <p:cNvPr id="137" name="Juan López"/>
          <p:cNvSpPr>
            <a:spLocks noGrp="1"/>
          </p:cNvSpPr>
          <p:nvPr>
            <p:ph type="body" sz="quarter" idx="15"/>
          </p:nvPr>
        </p:nvSpPr>
        <p:spPr>
          <a:xfrm>
            <a:off x="11049000" y="10953750"/>
            <a:ext cx="12573000" cy="1206500"/>
          </a:xfrm>
          <a:prstGeom prst="rect">
            <a:avLst/>
          </a:prstGeom>
        </p:spPr>
        <p:txBody>
          <a:bodyPr anchor="ctr">
            <a:spAutoFit/>
          </a:bodyPr>
          <a:lstStyle>
            <a:lvl1pPr marL="0" indent="0" defTabSz="647700">
              <a:spcBef>
                <a:spcPts val="0"/>
              </a:spcBef>
              <a:buClrTx/>
              <a:buSzTx/>
              <a:buFontTx/>
              <a:buNone/>
              <a:defRPr sz="8700">
                <a:solidFill>
                  <a:srgbClr val="232323"/>
                </a:solidFill>
                <a:latin typeface="+mn-lt"/>
                <a:ea typeface="+mn-ea"/>
                <a:cs typeface="+mn-cs"/>
                <a:sym typeface="DIN Condensed"/>
              </a:defRPr>
            </a:lvl1pPr>
          </a:lstStyle>
          <a:p>
            <a:r>
              <a:t>Juan López</a:t>
            </a:r>
          </a:p>
        </p:txBody>
      </p:sp>
      <p:sp>
        <p:nvSpPr>
          <p:cNvPr id="138"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Foto">
    <p:bg>
      <p:bgPr>
        <a:solidFill>
          <a:srgbClr val="222222"/>
        </a:solidFill>
        <a:effectLst/>
      </p:bgPr>
    </p:bg>
    <p:spTree>
      <p:nvGrpSpPr>
        <p:cNvPr id="1" name=""/>
        <p:cNvGrpSpPr/>
        <p:nvPr/>
      </p:nvGrpSpPr>
      <p:grpSpPr>
        <a:xfrm>
          <a:off x="0" y="0"/>
          <a:ext cx="0" cy="0"/>
          <a:chOff x="0" y="0"/>
          <a:chExt cx="0" cy="0"/>
        </a:xfrm>
      </p:grpSpPr>
      <p:sp>
        <p:nvSpPr>
          <p:cNvPr id="145" name="Imagen"/>
          <p:cNvSpPr>
            <a:spLocks noGrp="1"/>
          </p:cNvSpPr>
          <p:nvPr>
            <p:ph type="pic" idx="13"/>
          </p:nvPr>
        </p:nvSpPr>
        <p:spPr>
          <a:xfrm>
            <a:off x="0" y="0"/>
            <a:ext cx="24384000" cy="13716000"/>
          </a:xfrm>
          <a:prstGeom prst="rect">
            <a:avLst/>
          </a:prstGeom>
        </p:spPr>
        <p:txBody>
          <a:bodyPr lIns="91439" tIns="45719" rIns="91439" bIns="45719">
            <a:noAutofit/>
          </a:bodyPr>
          <a:lstStyle/>
          <a:p>
            <a:endParaRPr/>
          </a:p>
        </p:txBody>
      </p:sp>
      <p:sp>
        <p:nvSpPr>
          <p:cNvPr id="146"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En blanco">
    <p:bg>
      <p:bgPr>
        <a:solidFill>
          <a:srgbClr val="222222"/>
        </a:solidFill>
        <a:effectLst/>
      </p:bgPr>
    </p:bg>
    <p:spTree>
      <p:nvGrpSpPr>
        <p:cNvPr id="1" name=""/>
        <p:cNvGrpSpPr/>
        <p:nvPr/>
      </p:nvGrpSpPr>
      <p:grpSpPr>
        <a:xfrm>
          <a:off x="0" y="0"/>
          <a:ext cx="0" cy="0"/>
          <a:chOff x="0" y="0"/>
          <a:chExt cx="0" cy="0"/>
        </a:xfrm>
      </p:grpSpPr>
      <p:sp>
        <p:nvSpPr>
          <p:cNvPr id="153"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En blanco alt.">
    <p:spTree>
      <p:nvGrpSpPr>
        <p:cNvPr id="1" name=""/>
        <p:cNvGrpSpPr/>
        <p:nvPr/>
      </p:nvGrpSpPr>
      <p:grpSpPr>
        <a:xfrm>
          <a:off x="0" y="0"/>
          <a:ext cx="0" cy="0"/>
          <a:chOff x="0" y="0"/>
          <a:chExt cx="0" cy="0"/>
        </a:xfrm>
      </p:grpSpPr>
      <p:sp>
        <p:nvSpPr>
          <p:cNvPr id="160"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o del título"/>
          <p:cNvSpPr>
            <a:spLocks noGrp="1"/>
          </p:cNvSpPr>
          <p:nvPr>
            <p:ph type="title"/>
          </p:nvPr>
        </p:nvSpPr>
        <p:spPr>
          <a:xfrm>
            <a:off x="762000" y="2159000"/>
            <a:ext cx="22860000" cy="10160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ormAutofit/>
          </a:bodyPr>
          <a:lstStyle/>
          <a:p>
            <a:r>
              <a:t>Texto del título</a:t>
            </a:r>
          </a:p>
        </p:txBody>
      </p:sp>
      <p:sp>
        <p:nvSpPr>
          <p:cNvPr id="3" name="Nivel de texto 1…"/>
          <p:cNvSpPr>
            <a:spLocks noGrp="1"/>
          </p:cNvSpPr>
          <p:nvPr>
            <p:ph type="body" idx="1"/>
          </p:nvPr>
        </p:nvSpPr>
        <p:spPr>
          <a:xfrm>
            <a:off x="762000" y="3860800"/>
            <a:ext cx="22860000" cy="85852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ormAutofit/>
          </a:bodyPr>
          <a:lstStyle/>
          <a:p>
            <a:r>
              <a:t>Nivel de texto 1</a:t>
            </a:r>
          </a:p>
          <a:p>
            <a:pPr lvl="1"/>
            <a:r>
              <a:t>Nivel de texto 2</a:t>
            </a:r>
          </a:p>
          <a:p>
            <a:pPr lvl="2"/>
            <a:r>
              <a:t>Nivel de texto 3</a:t>
            </a:r>
          </a:p>
          <a:p>
            <a:pPr lvl="3"/>
            <a:r>
              <a:t>Nivel de texto 4</a:t>
            </a:r>
          </a:p>
          <a:p>
            <a:pPr lvl="4"/>
            <a:r>
              <a:t>Nivel de texto 5</a:t>
            </a:r>
          </a:p>
        </p:txBody>
      </p:sp>
      <p:sp>
        <p:nvSpPr>
          <p:cNvPr id="4" name="Número de diapositiva"/>
          <p:cNvSpPr>
            <a:spLocks noGrp="1"/>
          </p:cNvSpPr>
          <p:nvPr>
            <p:ph type="sldNum" sz="quarter" idx="2"/>
          </p:nvPr>
        </p:nvSpPr>
        <p:spPr>
          <a:xfrm>
            <a:off x="23059652" y="609600"/>
            <a:ext cx="553196" cy="635000"/>
          </a:xfrm>
          <a:prstGeom prst="rect">
            <a:avLst/>
          </a:prstGeom>
          <a:ln w="12700">
            <a:miter lim="400000"/>
          </a:ln>
        </p:spPr>
        <p:txBody>
          <a:bodyPr wrap="none" lIns="50800" tIns="50800" rIns="50800" bIns="50800">
            <a:spAutoFit/>
          </a:bodyPr>
          <a:lstStyle>
            <a:lvl1pPr algn="r">
              <a:lnSpc>
                <a:spcPct val="80000"/>
              </a:lnSpc>
              <a:spcBef>
                <a:spcPts val="0"/>
              </a:spcBef>
              <a:defRPr sz="3600">
                <a:latin typeface="DIN Alternate"/>
                <a:ea typeface="DIN Alternate"/>
                <a:cs typeface="DIN Alternate"/>
                <a:sym typeface="DIN Alternate"/>
              </a:defRPr>
            </a:lvl1pPr>
          </a:lstStyle>
          <a:p>
            <a:fld id="{86CB4B4D-7CA3-9044-876B-883B54F8677D}" type="slidenum">
              <a:t>‹Nº›</a:t>
            </a:fld>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ransition spd="med"/>
  <p:txStyles>
    <p:titleStyle>
      <a:lvl1pPr marL="0" marR="0" indent="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1pPr>
      <a:lvl2pPr marL="0" marR="0" indent="22860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2pPr>
      <a:lvl3pPr marL="0" marR="0" indent="45720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3pPr>
      <a:lvl4pPr marL="0" marR="0" indent="68580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4pPr>
      <a:lvl5pPr marL="0" marR="0" indent="91440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5pPr>
      <a:lvl6pPr marL="0" marR="0" indent="114300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6pPr>
      <a:lvl7pPr marL="0" marR="0" indent="137160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7pPr>
      <a:lvl8pPr marL="0" marR="0" indent="160020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8pPr>
      <a:lvl9pPr marL="0" marR="0" indent="182880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9pPr>
    </p:titleStyle>
    <p:bodyStyle>
      <a:lvl1pPr marL="635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1pPr>
      <a:lvl2pPr marL="1270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2pPr>
      <a:lvl3pPr marL="1905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3pPr>
      <a:lvl4pPr marL="2540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4pPr>
      <a:lvl5pPr marL="3175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5pPr>
      <a:lvl6pPr marL="3810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6pPr>
      <a:lvl7pPr marL="4445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7pPr>
      <a:lvl8pPr marL="5080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8pPr>
      <a:lvl9pPr marL="5715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9pPr>
    </p:bodyStyle>
    <p:otherStyle>
      <a:lvl1pPr marL="0" marR="0" indent="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1pPr>
      <a:lvl2pPr marL="0" marR="0" indent="22860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2pPr>
      <a:lvl3pPr marL="0" marR="0" indent="45720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3pPr>
      <a:lvl4pPr marL="0" marR="0" indent="68580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4pPr>
      <a:lvl5pPr marL="0" marR="0" indent="91440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5pPr>
      <a:lvl6pPr marL="0" marR="0" indent="114300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6pPr>
      <a:lvl7pPr marL="0" marR="0" indent="137160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7pPr>
      <a:lvl8pPr marL="0" marR="0" indent="160020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8pPr>
      <a:lvl9pPr marL="0" marR="0" indent="182880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6.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hyperlink" Target="mailto:brayant.mejia@intelmas.com" TargetMode="External"/><Relationship Id="rId7" Type="http://schemas.openxmlformats.org/officeDocument/2006/relationships/image" Target="../media/image6.png"/><Relationship Id="rId2" Type="http://schemas.openxmlformats.org/officeDocument/2006/relationships/hyperlink" Target="mailto:pablo.ramirez@intelmas.com" TargetMode="External"/><Relationship Id="rId1" Type="http://schemas.openxmlformats.org/officeDocument/2006/relationships/slideLayout" Target="../slideLayouts/slideLayout8.xml"/><Relationship Id="rId6" Type="http://schemas.openxmlformats.org/officeDocument/2006/relationships/hyperlink" Target="mailto:alfreddy.baringin@intelmas.com" TargetMode="External"/><Relationship Id="rId5" Type="http://schemas.openxmlformats.org/officeDocument/2006/relationships/hyperlink" Target="mailto:martin.rodriguez@intelmas.com" TargetMode="External"/><Relationship Id="rId4" Type="http://schemas.openxmlformats.org/officeDocument/2006/relationships/hyperlink" Target="mailto:cesar.corona@intelmas.com"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16.xml"/><Relationship Id="rId4" Type="http://schemas.openxmlformats.org/officeDocument/2006/relationships/hyperlink" Target="http://intelmas.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pic>
        <p:nvPicPr>
          <p:cNvPr id="169" name="Shape 169"/>
          <p:cNvPicPr preferRelativeResize="0"/>
          <p:nvPr/>
        </p:nvPicPr>
        <p:blipFill>
          <a:blip r:embed="rId3">
            <a:alphaModFix/>
          </a:blip>
          <a:stretch>
            <a:fillRect/>
          </a:stretch>
        </p:blipFill>
        <p:spPr>
          <a:xfrm>
            <a:off x="7086600" y="5372100"/>
            <a:ext cx="10210800" cy="2971800"/>
          </a:xfrm>
          <a:prstGeom prst="rect">
            <a:avLst/>
          </a:prstGeom>
          <a:noFill/>
          <a:ln>
            <a:noFill/>
          </a:ln>
        </p:spPr>
      </p:pic>
      <p:pic>
        <p:nvPicPr>
          <p:cNvPr id="170" name="Shape 170"/>
          <p:cNvPicPr preferRelativeResize="0"/>
          <p:nvPr/>
        </p:nvPicPr>
        <p:blipFill>
          <a:blip r:embed="rId4">
            <a:alphaModFix/>
          </a:blip>
          <a:stretch>
            <a:fillRect/>
          </a:stretch>
        </p:blipFill>
        <p:spPr>
          <a:xfrm>
            <a:off x="0" y="10864780"/>
            <a:ext cx="24384000" cy="2971800"/>
          </a:xfrm>
          <a:prstGeom prst="rect">
            <a:avLst/>
          </a:prstGeom>
          <a:noFill/>
          <a:ln>
            <a:noFill/>
          </a:ln>
        </p:spPr>
      </p:pic>
    </p:spTree>
    <p:extLst>
      <p:ext uri="{BB962C8B-B14F-4D97-AF65-F5344CB8AC3E}">
        <p14:creationId xmlns:p14="http://schemas.microsoft.com/office/powerpoint/2010/main" val="3945653080"/>
      </p:ext>
    </p:extLst>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2" name="pasted-image.pdf" descr="pasted-image.pdf"/>
          <p:cNvPicPr>
            <a:picLocks noChangeAspect="1"/>
          </p:cNvPicPr>
          <p:nvPr/>
        </p:nvPicPr>
        <p:blipFill>
          <a:blip r:embed="rId2">
            <a:extLst/>
          </a:blip>
          <a:stretch>
            <a:fillRect/>
          </a:stretch>
        </p:blipFill>
        <p:spPr>
          <a:xfrm>
            <a:off x="0" y="0"/>
            <a:ext cx="24591348" cy="8896639"/>
          </a:xfrm>
          <a:prstGeom prst="rect">
            <a:avLst/>
          </a:prstGeom>
          <a:ln w="12700">
            <a:miter lim="400000"/>
          </a:ln>
        </p:spPr>
      </p:pic>
      <p:pic>
        <p:nvPicPr>
          <p:cNvPr id="174" name="logo.png" descr="logo.png"/>
          <p:cNvPicPr>
            <a:picLocks noChangeAspect="1"/>
          </p:cNvPicPr>
          <p:nvPr/>
        </p:nvPicPr>
        <p:blipFill>
          <a:blip r:embed="rId3">
            <a:extLst/>
          </a:blip>
          <a:stretch>
            <a:fillRect/>
          </a:stretch>
        </p:blipFill>
        <p:spPr>
          <a:xfrm>
            <a:off x="9273737" y="2077070"/>
            <a:ext cx="5836526" cy="2849867"/>
          </a:xfrm>
          <a:prstGeom prst="rect">
            <a:avLst/>
          </a:prstGeom>
          <a:ln w="12700">
            <a:miter lim="400000"/>
          </a:ln>
        </p:spPr>
      </p:pic>
      <p:sp>
        <p:nvSpPr>
          <p:cNvPr id="175" name="Agenda"/>
          <p:cNvSpPr/>
          <p:nvPr/>
        </p:nvSpPr>
        <p:spPr>
          <a:xfrm>
            <a:off x="6929740" y="8896640"/>
            <a:ext cx="10731867" cy="2811026"/>
          </a:xfrm>
          <a:prstGeom prst="rect">
            <a:avLst/>
          </a:prstGeom>
          <a:ln w="12700">
            <a:miter lim="400000"/>
          </a:ln>
          <a:extLst>
            <a:ext uri="{C572A759-6A51-4108-AA02-DFA0A04FC94B}">
              <ma14:wrappingTextBoxFlag xmlns:ma14="http://schemas.microsoft.com/office/mac/drawingml/2011/main" xmlns="" val="1"/>
            </a:ext>
          </a:extLst>
        </p:spPr>
        <p:txBody>
          <a:bodyPr wrap="square" lIns="50800" tIns="50800" rIns="50800" bIns="50800" anchor="ctr">
            <a:spAutoFit/>
          </a:bodyPr>
          <a:lstStyle>
            <a:lvl1pPr>
              <a:defRPr sz="8000">
                <a:solidFill>
                  <a:srgbClr val="FFFFFF"/>
                </a:solidFill>
                <a:latin typeface="Arial"/>
                <a:ea typeface="Arial"/>
                <a:cs typeface="Arial"/>
                <a:sym typeface="Arial"/>
              </a:defRPr>
            </a:lvl1pPr>
          </a:lstStyle>
          <a:p>
            <a:pPr algn="ctr"/>
            <a:r>
              <a:rPr lang="pt-BR" sz="8800" b="1" dirty="0" smtClean="0">
                <a:solidFill>
                  <a:srgbClr val="00B0F0"/>
                </a:solidFill>
              </a:rPr>
              <a:t>OPM – </a:t>
            </a:r>
            <a:r>
              <a:rPr lang="pt-BR" sz="8800" b="1" dirty="0" err="1" smtClean="0">
                <a:solidFill>
                  <a:schemeClr val="tx2"/>
                </a:solidFill>
              </a:rPr>
              <a:t>Huawei</a:t>
            </a:r>
            <a:r>
              <a:rPr lang="pt-BR" sz="8800" b="1" dirty="0">
                <a:solidFill>
                  <a:schemeClr val="tx2"/>
                </a:solidFill>
              </a:rPr>
              <a:t> </a:t>
            </a:r>
            <a:r>
              <a:rPr lang="pt-BR" sz="8800" b="1" dirty="0" err="1" smtClean="0">
                <a:solidFill>
                  <a:schemeClr val="tx2"/>
                </a:solidFill>
              </a:rPr>
              <a:t>plugin</a:t>
            </a:r>
            <a:endParaRPr sz="8800" b="1" dirty="0">
              <a:solidFill>
                <a:srgbClr val="00B0F0"/>
              </a:solidFill>
            </a:endParaRPr>
          </a:p>
        </p:txBody>
      </p:sp>
    </p:spTree>
  </p:cSld>
  <p:clrMapOvr>
    <a:masterClrMapping/>
  </p:clrMapOvr>
  <mc:AlternateContent xmlns:mc="http://schemas.openxmlformats.org/markup-compatibility/2006" xmlns:p14="http://schemas.microsoft.com/office/powerpoint/2010/main">
    <mc:Choice Requires="p14">
      <p:transition spd="med">
        <p:push/>
      </p:transition>
    </mc:Choice>
    <mc:Fallback xmlns="">
      <p:transition spd="fast">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Rectangle 46"/>
          <p:cNvSpPr>
            <a:spLocks noChangeArrowheads="1"/>
          </p:cNvSpPr>
          <p:nvPr/>
        </p:nvSpPr>
        <p:spPr bwMode="gray">
          <a:xfrm>
            <a:off x="15198517" y="13036293"/>
            <a:ext cx="3906402" cy="309972"/>
          </a:xfrm>
          <a:prstGeom prst="rect">
            <a:avLst/>
          </a:prstGeom>
          <a:solidFill>
            <a:srgbClr val="FFFFFF"/>
          </a:solidFill>
          <a:ln>
            <a:noFill/>
          </a:ln>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14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Planned delivery at risk</a:t>
            </a:r>
          </a:p>
        </p:txBody>
      </p:sp>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err="1" smtClean="0">
                <a:solidFill>
                  <a:srgbClr val="00B0F0"/>
                </a:solidFill>
                <a:latin typeface="Arial Black"/>
                <a:ea typeface="Arial Black"/>
                <a:cs typeface="Arial Black"/>
                <a:sym typeface="Avenir Next Medium"/>
              </a:rPr>
              <a:t>Summary</a:t>
            </a:r>
            <a:r>
              <a:rPr lang="pt-BR" sz="6873" dirty="0" smtClean="0">
                <a:solidFill>
                  <a:srgbClr val="00B0F0"/>
                </a:solidFill>
                <a:latin typeface="Arial Black"/>
                <a:ea typeface="Arial Black"/>
                <a:cs typeface="Arial Black"/>
                <a:sym typeface="Avenir Next Medium"/>
              </a:rPr>
              <a:t> – </a:t>
            </a:r>
            <a:r>
              <a:rPr lang="pt-BR" sz="6873" dirty="0" err="1" smtClean="0">
                <a:solidFill>
                  <a:srgbClr val="00B0F0"/>
                </a:solidFill>
                <a:latin typeface="Arial Black"/>
                <a:ea typeface="Arial Black"/>
                <a:cs typeface="Arial Black"/>
                <a:sym typeface="Avenir Next Medium"/>
              </a:rPr>
              <a:t>one</a:t>
            </a:r>
            <a:r>
              <a:rPr lang="pt-BR" sz="6873" dirty="0" smtClean="0">
                <a:solidFill>
                  <a:srgbClr val="00B0F0"/>
                </a:solidFill>
                <a:latin typeface="Arial Black"/>
                <a:ea typeface="Arial Black"/>
                <a:cs typeface="Arial Black"/>
                <a:sym typeface="Avenir Next Medium"/>
              </a:rPr>
              <a:t> </a:t>
            </a:r>
            <a:r>
              <a:rPr lang="pt-BR" sz="6873" dirty="0" err="1" smtClean="0">
                <a:solidFill>
                  <a:srgbClr val="00B0F0"/>
                </a:solidFill>
                <a:latin typeface="Arial Black"/>
                <a:ea typeface="Arial Black"/>
                <a:cs typeface="Arial Black"/>
                <a:sym typeface="Avenir Next Medium"/>
              </a:rPr>
              <a:t>page</a:t>
            </a:r>
            <a:r>
              <a:rPr lang="pt-BR" sz="6873" dirty="0" smtClean="0">
                <a:solidFill>
                  <a:srgbClr val="00B0F0"/>
                </a:solidFill>
                <a:latin typeface="Arial Black"/>
                <a:ea typeface="Arial Black"/>
                <a:cs typeface="Arial Black"/>
                <a:sym typeface="Avenir Next Medium"/>
              </a:rPr>
              <a:t> – W1</a:t>
            </a:r>
            <a:endParaRPr sz="6873" dirty="0">
              <a:solidFill>
                <a:srgbClr val="00B0F0"/>
              </a:solidFill>
              <a:latin typeface="Arial Black"/>
              <a:ea typeface="Arial Black"/>
              <a:cs typeface="Arial Black"/>
              <a:sym typeface="Avenir Next Medium"/>
            </a:endParaRPr>
          </a:p>
        </p:txBody>
      </p:sp>
      <p:pic>
        <p:nvPicPr>
          <p:cNvPr id="5" name="Shape 249"/>
          <p:cNvPicPr preferRelativeResize="0"/>
          <p:nvPr/>
        </p:nvPicPr>
        <p:blipFill>
          <a:blip r:embed="rId3">
            <a:alphaModFix/>
          </a:blip>
          <a:stretch>
            <a:fillRect/>
          </a:stretch>
        </p:blipFill>
        <p:spPr>
          <a:xfrm>
            <a:off x="18640425" y="693326"/>
            <a:ext cx="4981575" cy="1457325"/>
          </a:xfrm>
          <a:prstGeom prst="rect">
            <a:avLst/>
          </a:prstGeom>
          <a:noFill/>
          <a:ln>
            <a:noFill/>
          </a:ln>
        </p:spPr>
      </p:pic>
      <p:sp>
        <p:nvSpPr>
          <p:cNvPr id="4" name="Rectangle 3"/>
          <p:cNvSpPr>
            <a:spLocks noChangeArrowheads="1"/>
          </p:cNvSpPr>
          <p:nvPr/>
        </p:nvSpPr>
        <p:spPr bwMode="auto">
          <a:xfrm>
            <a:off x="152400" y="2425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pt-BR" sz="1800" b="0" i="0" u="none" strike="noStrike" cap="none" normalizeH="0" baseline="0" dirty="0" smtClean="0">
              <a:ln>
                <a:noFill/>
              </a:ln>
              <a:solidFill>
                <a:schemeClr val="tx1"/>
              </a:solidFill>
              <a:effectLst/>
              <a:latin typeface="Arial" panose="020B0604020202020204" pitchFamily="34" charset="0"/>
            </a:endParaRPr>
          </a:p>
        </p:txBody>
      </p:sp>
      <p:sp>
        <p:nvSpPr>
          <p:cNvPr id="143" name="Rectangle 2"/>
          <p:cNvSpPr>
            <a:spLocks noChangeArrowheads="1"/>
          </p:cNvSpPr>
          <p:nvPr/>
        </p:nvSpPr>
        <p:spPr bwMode="gray">
          <a:xfrm>
            <a:off x="16663418" y="7647298"/>
            <a:ext cx="4883002" cy="5275983"/>
          </a:xfrm>
          <a:prstGeom prst="rect">
            <a:avLst/>
          </a:prstGeom>
          <a:solidFill>
            <a:srgbClr val="FFFFFF"/>
          </a:solidFill>
          <a:ln w="19050">
            <a:solidFill>
              <a:srgbClr val="0070C0"/>
            </a:solidFill>
            <a:miter lim="800000"/>
            <a:headEnd/>
            <a:tailEnd/>
          </a:ln>
        </p:spPr>
        <p:txBody>
          <a:bodyPr anchor="ctr"/>
          <a:lstStyle/>
          <a:p>
            <a:pPr marL="0" marR="0" lvl="0" indent="0" defTabSz="914400" eaLnBrk="1" fontAlgn="base" latinLnBrk="0" hangingPunct="1">
              <a:lnSpc>
                <a:spcPct val="100000"/>
              </a:lnSpc>
              <a:spcBef>
                <a:spcPct val="50000"/>
              </a:spcBef>
              <a:spcAft>
                <a:spcPct val="0"/>
              </a:spcAft>
              <a:buClrTx/>
              <a:buSzTx/>
              <a:buFontTx/>
              <a:buNone/>
              <a:tabLst/>
              <a:defRPr/>
            </a:pPr>
            <a:endParaRPr kumimoji="0" lang="en-US" sz="5400" b="0" i="0" u="none" strike="noStrike" kern="1200" cap="none" spc="0" normalizeH="0" baseline="0" noProof="0" smtClean="0">
              <a:ln>
                <a:noFill/>
              </a:ln>
              <a:solidFill>
                <a:srgbClr val="58585A"/>
              </a:solidFill>
              <a:effectLst/>
              <a:uLnTx/>
              <a:uFillTx/>
              <a:latin typeface="Arial" charset="0"/>
            </a:endParaRPr>
          </a:p>
        </p:txBody>
      </p:sp>
      <p:sp>
        <p:nvSpPr>
          <p:cNvPr id="144" name="Rectangle 42"/>
          <p:cNvSpPr>
            <a:spLocks noChangeArrowheads="1"/>
          </p:cNvSpPr>
          <p:nvPr/>
        </p:nvSpPr>
        <p:spPr bwMode="gray">
          <a:xfrm>
            <a:off x="9501681" y="13013689"/>
            <a:ext cx="976600" cy="348719"/>
          </a:xfrm>
          <a:prstGeom prst="rect">
            <a:avLst/>
          </a:prstGeom>
          <a:solidFill>
            <a:srgbClr val="009900"/>
          </a:solidFill>
          <a:ln w="9525">
            <a:solidFill>
              <a:srgbClr val="FFFFFF"/>
            </a:solidFill>
            <a:miter lim="800000"/>
            <a:headEnd/>
            <a:tailEnd/>
          </a:ln>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1800" b="0" i="0" u="none" strike="noStrike" kern="1200" cap="none" spc="0" normalizeH="0" baseline="0" noProof="0" smtClean="0">
                <a:ln>
                  <a:noFill/>
                </a:ln>
                <a:solidFill>
                  <a:srgbClr val="FFFFFF"/>
                </a:solidFill>
                <a:effectLst/>
                <a:uLnTx/>
                <a:uFillTx/>
                <a:latin typeface="Calibri" pitchFamily="34" charset="0"/>
                <a:cs typeface="Calibri" pitchFamily="34" charset="0"/>
              </a:rPr>
              <a:t>Green</a:t>
            </a:r>
          </a:p>
        </p:txBody>
      </p:sp>
      <p:sp>
        <p:nvSpPr>
          <p:cNvPr id="145" name="Rectangle 43"/>
          <p:cNvSpPr>
            <a:spLocks noChangeArrowheads="1"/>
          </p:cNvSpPr>
          <p:nvPr/>
        </p:nvSpPr>
        <p:spPr bwMode="gray">
          <a:xfrm>
            <a:off x="14059150" y="13036293"/>
            <a:ext cx="1139367" cy="309972"/>
          </a:xfrm>
          <a:prstGeom prst="rect">
            <a:avLst/>
          </a:prstGeom>
          <a:solidFill>
            <a:srgbClr val="FFCC00"/>
          </a:solidFill>
          <a:ln w="9525">
            <a:solidFill>
              <a:srgbClr val="FFFFFF"/>
            </a:solidFill>
            <a:miter lim="800000"/>
            <a:headEnd/>
            <a:tailEnd/>
          </a:ln>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1800" b="0" i="0" u="none" strike="noStrike" kern="1200" cap="none" spc="0" normalizeH="0" baseline="0" noProof="0" smtClean="0">
                <a:ln>
                  <a:noFill/>
                </a:ln>
                <a:solidFill>
                  <a:srgbClr val="58585A"/>
                </a:solidFill>
                <a:effectLst/>
                <a:uLnTx/>
                <a:uFillTx/>
                <a:latin typeface="Calibri" pitchFamily="34" charset="0"/>
                <a:cs typeface="Calibri" pitchFamily="34" charset="0"/>
              </a:rPr>
              <a:t>Yellow</a:t>
            </a:r>
          </a:p>
        </p:txBody>
      </p:sp>
      <p:sp>
        <p:nvSpPr>
          <p:cNvPr id="146" name="Rectangle 44"/>
          <p:cNvSpPr>
            <a:spLocks noChangeArrowheads="1"/>
          </p:cNvSpPr>
          <p:nvPr/>
        </p:nvSpPr>
        <p:spPr bwMode="gray">
          <a:xfrm>
            <a:off x="17802785" y="13013689"/>
            <a:ext cx="976600" cy="309972"/>
          </a:xfrm>
          <a:prstGeom prst="rect">
            <a:avLst/>
          </a:prstGeom>
          <a:solidFill>
            <a:srgbClr val="C00000"/>
          </a:solidFill>
          <a:ln w="9525">
            <a:solidFill>
              <a:srgbClr val="FFFFFF"/>
            </a:solidFill>
            <a:miter lim="800000"/>
            <a:headEnd/>
            <a:tailEnd/>
          </a:ln>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1800" b="0" i="0" u="none" strike="noStrike" kern="1200" cap="none" spc="0" normalizeH="0" baseline="0" noProof="0" smtClean="0">
                <a:ln>
                  <a:noFill/>
                </a:ln>
                <a:solidFill>
                  <a:srgbClr val="FFFFFF"/>
                </a:solidFill>
                <a:effectLst/>
                <a:uLnTx/>
                <a:uFillTx/>
                <a:latin typeface="Calibri" pitchFamily="34" charset="0"/>
                <a:cs typeface="Calibri" pitchFamily="34" charset="0"/>
              </a:rPr>
              <a:t>Red</a:t>
            </a:r>
          </a:p>
        </p:txBody>
      </p:sp>
      <p:sp>
        <p:nvSpPr>
          <p:cNvPr id="147" name="Rectangle 45"/>
          <p:cNvSpPr>
            <a:spLocks noChangeArrowheads="1"/>
          </p:cNvSpPr>
          <p:nvPr/>
        </p:nvSpPr>
        <p:spPr bwMode="gray">
          <a:xfrm>
            <a:off x="10478282" y="13036293"/>
            <a:ext cx="3580868" cy="309972"/>
          </a:xfrm>
          <a:prstGeom prst="rect">
            <a:avLst/>
          </a:prstGeom>
          <a:solidFill>
            <a:srgbClr val="FFFFFF"/>
          </a:solidFill>
          <a:ln w="9525">
            <a:solidFill>
              <a:srgbClr val="FFFFFF"/>
            </a:solidFill>
            <a:miter lim="800000"/>
            <a:headEnd/>
            <a:tailEnd/>
          </a:ln>
        </p:spPr>
        <p:txBody>
          <a:bodyPr wrap="none" anchor="ct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14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On track; will complete as planned</a:t>
            </a:r>
          </a:p>
        </p:txBody>
      </p:sp>
      <p:sp>
        <p:nvSpPr>
          <p:cNvPr id="149" name="Rectangle 84"/>
          <p:cNvSpPr>
            <a:spLocks noChangeArrowheads="1"/>
          </p:cNvSpPr>
          <p:nvPr/>
        </p:nvSpPr>
        <p:spPr bwMode="gray">
          <a:xfrm>
            <a:off x="6222611" y="13036293"/>
            <a:ext cx="3279070" cy="326115"/>
          </a:xfrm>
          <a:prstGeom prst="rect">
            <a:avLst/>
          </a:prstGeom>
          <a:solidFill>
            <a:srgbClr val="FFFFFF"/>
          </a:solidFill>
          <a:ln w="9525">
            <a:solidFill>
              <a:srgbClr val="FFFFFF"/>
            </a:solidFill>
            <a:miter lim="800000"/>
            <a:headEnd/>
            <a:tailEnd/>
          </a:ln>
        </p:spPr>
        <p:txBody>
          <a:bodyPr wrap="none" anchor="ct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14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Originally planned or completed activity</a:t>
            </a:r>
          </a:p>
        </p:txBody>
      </p:sp>
      <p:sp>
        <p:nvSpPr>
          <p:cNvPr id="150" name="Text Box 85"/>
          <p:cNvSpPr txBox="1">
            <a:spLocks noChangeArrowheads="1"/>
          </p:cNvSpPr>
          <p:nvPr/>
        </p:nvSpPr>
        <p:spPr bwMode="auto">
          <a:xfrm>
            <a:off x="2339945" y="12923281"/>
            <a:ext cx="3255335"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1800" b="1" i="0" u="none" strike="noStrike" kern="1200" cap="none" spc="0" normalizeH="0" baseline="0" noProof="0">
                <a:ln>
                  <a:noFill/>
                </a:ln>
                <a:solidFill>
                  <a:srgbClr val="58585A"/>
                </a:solidFill>
                <a:effectLst/>
                <a:uLnTx/>
                <a:uFillTx/>
                <a:latin typeface="Calibri" pitchFamily="34" charset="0"/>
                <a:cs typeface="Calibri" pitchFamily="34" charset="0"/>
              </a:rPr>
              <a:t>Key Milestone Legend:</a:t>
            </a:r>
          </a:p>
        </p:txBody>
      </p:sp>
      <p:sp>
        <p:nvSpPr>
          <p:cNvPr id="151" name="Rectangle 2"/>
          <p:cNvSpPr>
            <a:spLocks noChangeArrowheads="1"/>
          </p:cNvSpPr>
          <p:nvPr/>
        </p:nvSpPr>
        <p:spPr bwMode="gray">
          <a:xfrm>
            <a:off x="16663418" y="2523074"/>
            <a:ext cx="4883002" cy="4969238"/>
          </a:xfrm>
          <a:prstGeom prst="rect">
            <a:avLst/>
          </a:prstGeom>
          <a:solidFill>
            <a:srgbClr val="FFFFFF"/>
          </a:solidFill>
          <a:ln w="19050">
            <a:solidFill>
              <a:srgbClr val="0070C0"/>
            </a:solidFill>
            <a:miter lim="800000"/>
            <a:headEnd/>
            <a:tailEnd/>
          </a:ln>
        </p:spPr>
        <p:txBody>
          <a:bodyPr anchor="ctr"/>
          <a:lstStyle/>
          <a:p>
            <a:pPr marL="0" marR="0" lvl="0" indent="0" defTabSz="914400" eaLnBrk="1" fontAlgn="base" latinLnBrk="0" hangingPunct="1">
              <a:lnSpc>
                <a:spcPct val="100000"/>
              </a:lnSpc>
              <a:spcBef>
                <a:spcPct val="50000"/>
              </a:spcBef>
              <a:spcAft>
                <a:spcPct val="0"/>
              </a:spcAft>
              <a:buClrTx/>
              <a:buSzTx/>
              <a:buFontTx/>
              <a:buNone/>
              <a:tabLst/>
              <a:defRPr/>
            </a:pPr>
            <a:endParaRPr kumimoji="0" lang="en-US" sz="5400" b="0" i="0" u="none" strike="noStrike" kern="1200" cap="none" spc="0" normalizeH="0" baseline="0" noProof="0" smtClean="0">
              <a:ln>
                <a:noFill/>
              </a:ln>
              <a:solidFill>
                <a:srgbClr val="58585A"/>
              </a:solidFill>
              <a:effectLst/>
              <a:uLnTx/>
              <a:uFillTx/>
              <a:latin typeface="Arial" charset="0"/>
            </a:endParaRPr>
          </a:p>
        </p:txBody>
      </p:sp>
      <p:sp>
        <p:nvSpPr>
          <p:cNvPr id="152" name="Rectangle 3"/>
          <p:cNvSpPr>
            <a:spLocks noChangeArrowheads="1"/>
          </p:cNvSpPr>
          <p:nvPr/>
        </p:nvSpPr>
        <p:spPr bwMode="gray">
          <a:xfrm>
            <a:off x="2502713" y="2542447"/>
            <a:ext cx="14038630" cy="5047970"/>
          </a:xfrm>
          <a:prstGeom prst="rect">
            <a:avLst/>
          </a:prstGeom>
          <a:noFill/>
          <a:ln w="19050">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endParaRPr kumimoji="0" lang="en-US" sz="5400" b="0" i="0" u="none" strike="noStrike" kern="1200" cap="none" spc="0" normalizeH="0" baseline="0" noProof="0" smtClean="0">
              <a:ln>
                <a:noFill/>
              </a:ln>
              <a:solidFill>
                <a:srgbClr val="58585A"/>
              </a:solidFill>
              <a:effectLst/>
              <a:uLnTx/>
              <a:uFillTx/>
              <a:latin typeface="Calibri" pitchFamily="34" charset="0"/>
              <a:cs typeface="Calibri" pitchFamily="34" charset="0"/>
            </a:endParaRPr>
          </a:p>
        </p:txBody>
      </p:sp>
      <p:sp>
        <p:nvSpPr>
          <p:cNvPr id="153" name="Rectangle 23"/>
          <p:cNvSpPr>
            <a:spLocks noChangeArrowheads="1"/>
          </p:cNvSpPr>
          <p:nvPr/>
        </p:nvSpPr>
        <p:spPr bwMode="gray">
          <a:xfrm>
            <a:off x="2804505" y="6200148"/>
            <a:ext cx="7511010" cy="1278635"/>
          </a:xfrm>
          <a:prstGeom prst="rect">
            <a:avLst/>
          </a:prstGeom>
          <a:noFill/>
          <a:ln w="9525">
            <a:noFill/>
            <a:miter lim="800000"/>
            <a:headEnd/>
            <a:tailEnd/>
          </a:ln>
        </p:spPr>
        <p:txBody>
          <a:bodyPr/>
          <a:lstStyle/>
          <a:p>
            <a:pPr marL="228600" marR="0" lvl="0" indent="-228600" defTabSz="914400" eaLnBrk="1" fontAlgn="auto" latinLnBrk="0" hangingPunct="1">
              <a:lnSpc>
                <a:spcPct val="100000"/>
              </a:lnSpc>
              <a:spcBef>
                <a:spcPct val="15000"/>
              </a:spcBef>
              <a:spcAft>
                <a:spcPct val="15000"/>
              </a:spcAft>
              <a:buClrTx/>
              <a:buSzTx/>
              <a:buFontTx/>
              <a:buAutoNum type="arabicPeriod"/>
              <a:tabLst>
                <a:tab pos="166688" algn="l"/>
              </a:tabLst>
              <a:defRPr/>
            </a:pPr>
            <a:r>
              <a:rPr lang="en-US" sz="2000" kern="1200" dirty="0" smtClean="0">
                <a:solidFill>
                  <a:srgbClr val="58585A"/>
                </a:solidFill>
                <a:latin typeface="Calibri" panose="020F0502020204030204" pitchFamily="34" charset="0"/>
                <a:cs typeface="Calibri" panose="020F0502020204030204" pitchFamily="34" charset="0"/>
              </a:rPr>
              <a:t>Analysis requirements for Huawei technology</a:t>
            </a:r>
            <a:r>
              <a:rPr kumimoji="0" lang="en-US" sz="2000" b="0" i="0" u="none" strike="sngStrike" kern="1200" cap="none" spc="0" normalizeH="0" noProof="0" dirty="0" smtClean="0">
                <a:ln>
                  <a:noFill/>
                </a:ln>
                <a:solidFill>
                  <a:srgbClr val="58585A"/>
                </a:solidFill>
                <a:effectLst/>
                <a:uLnTx/>
                <a:uFillTx/>
                <a:latin typeface="Calibri" panose="020F0502020204030204" pitchFamily="34" charset="0"/>
                <a:cs typeface="Calibri" panose="020F0502020204030204" pitchFamily="34" charset="0"/>
              </a:rPr>
              <a:t> </a:t>
            </a:r>
            <a:endParaRPr kumimoji="0" lang="en-US" sz="2000" b="0" i="0" u="none" strike="sng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a:p>
            <a:pPr marL="228600" marR="0" lvl="0" indent="-228600" defTabSz="914400" eaLnBrk="1" fontAlgn="auto" latinLnBrk="0" hangingPunct="1">
              <a:lnSpc>
                <a:spcPct val="100000"/>
              </a:lnSpc>
              <a:spcBef>
                <a:spcPct val="15000"/>
              </a:spcBef>
              <a:spcAft>
                <a:spcPct val="15000"/>
              </a:spcAft>
              <a:buClrTx/>
              <a:buSzTx/>
              <a:buFontTx/>
              <a:buAutoNum type="arabicPeriod"/>
              <a:tabLst>
                <a:tab pos="166688" algn="l"/>
              </a:tabLst>
              <a:defRPr/>
            </a:pPr>
            <a:r>
              <a:rPr lang="en-US" sz="2000" kern="1200" dirty="0" smtClean="0">
                <a:solidFill>
                  <a:srgbClr val="58585A"/>
                </a:solidFill>
                <a:latin typeface="Calibri" panose="020F0502020204030204" pitchFamily="34" charset="0"/>
                <a:cs typeface="Calibri" panose="020F0502020204030204" pitchFamily="34" charset="0"/>
              </a:rPr>
              <a:t>Technical Analysis</a:t>
            </a:r>
            <a:endParaRPr kumimoji="0" lang="en-US" sz="2000" b="0" i="0" u="non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a:p>
            <a:pPr marL="228600" marR="0" lvl="0" indent="-228600" defTabSz="914400" eaLnBrk="1" fontAlgn="auto" latinLnBrk="0" hangingPunct="1">
              <a:lnSpc>
                <a:spcPct val="100000"/>
              </a:lnSpc>
              <a:spcBef>
                <a:spcPct val="15000"/>
              </a:spcBef>
              <a:spcAft>
                <a:spcPct val="15000"/>
              </a:spcAft>
              <a:buClrTx/>
              <a:buSzTx/>
              <a:buFontTx/>
              <a:buAutoNum type="arabicPeriod"/>
              <a:tabLst>
                <a:tab pos="166688" algn="l"/>
              </a:tabLst>
              <a:defRPr/>
            </a:pPr>
            <a:r>
              <a:rPr lang="pt-BR" sz="2000" kern="1200" noProof="0" dirty="0" err="1" smtClean="0">
                <a:solidFill>
                  <a:srgbClr val="58585A"/>
                </a:solidFill>
                <a:latin typeface="Calibri" panose="020F0502020204030204" pitchFamily="34" charset="0"/>
                <a:cs typeface="Calibri" panose="020F0502020204030204" pitchFamily="34" charset="0"/>
              </a:rPr>
              <a:t>Solution</a:t>
            </a:r>
            <a:r>
              <a:rPr lang="pt-BR" sz="2000" kern="1200" noProof="0" dirty="0" smtClean="0">
                <a:solidFill>
                  <a:srgbClr val="58585A"/>
                </a:solidFill>
                <a:latin typeface="Calibri" panose="020F0502020204030204" pitchFamily="34" charset="0"/>
                <a:cs typeface="Calibri" panose="020F0502020204030204" pitchFamily="34" charset="0"/>
              </a:rPr>
              <a:t> </a:t>
            </a:r>
            <a:r>
              <a:rPr lang="pt-BR" sz="2000" kern="1200" noProof="0" dirty="0" err="1" smtClean="0">
                <a:solidFill>
                  <a:srgbClr val="58585A"/>
                </a:solidFill>
                <a:latin typeface="Calibri" panose="020F0502020204030204" pitchFamily="34" charset="0"/>
                <a:cs typeface="Calibri" panose="020F0502020204030204" pitchFamily="34" charset="0"/>
              </a:rPr>
              <a:t>proposal</a:t>
            </a:r>
            <a:r>
              <a:rPr lang="pt-BR" sz="2000" kern="1200" noProof="0" dirty="0" smtClean="0">
                <a:solidFill>
                  <a:srgbClr val="58585A"/>
                </a:solidFill>
                <a:latin typeface="Calibri" panose="020F0502020204030204" pitchFamily="34" charset="0"/>
                <a:cs typeface="Calibri" panose="020F0502020204030204" pitchFamily="34" charset="0"/>
              </a:rPr>
              <a:t> </a:t>
            </a:r>
            <a:r>
              <a:rPr lang="pt-BR" sz="2000" kern="1200" noProof="0" dirty="0" err="1" smtClean="0">
                <a:solidFill>
                  <a:srgbClr val="58585A"/>
                </a:solidFill>
                <a:latin typeface="Calibri" panose="020F0502020204030204" pitchFamily="34" charset="0"/>
                <a:cs typeface="Calibri" panose="020F0502020204030204" pitchFamily="34" charset="0"/>
              </a:rPr>
              <a:t>and</a:t>
            </a:r>
            <a:r>
              <a:rPr lang="pt-BR" sz="2000" kern="1200" noProof="0" dirty="0" smtClean="0">
                <a:solidFill>
                  <a:srgbClr val="58585A"/>
                </a:solidFill>
                <a:latin typeface="Calibri" panose="020F0502020204030204" pitchFamily="34" charset="0"/>
                <a:cs typeface="Calibri" panose="020F0502020204030204" pitchFamily="34" charset="0"/>
              </a:rPr>
              <a:t> time </a:t>
            </a:r>
            <a:r>
              <a:rPr lang="pt-BR" sz="2000" kern="1200" noProof="0" dirty="0" err="1" smtClean="0">
                <a:solidFill>
                  <a:srgbClr val="58585A"/>
                </a:solidFill>
                <a:latin typeface="Calibri" panose="020F0502020204030204" pitchFamily="34" charset="0"/>
                <a:cs typeface="Calibri" panose="020F0502020204030204" pitchFamily="34" charset="0"/>
              </a:rPr>
              <a:t>plan</a:t>
            </a:r>
            <a:r>
              <a:rPr lang="pt-BR" sz="2000" kern="1200" noProof="0" dirty="0" smtClean="0">
                <a:solidFill>
                  <a:srgbClr val="58585A"/>
                </a:solidFill>
                <a:latin typeface="Calibri" panose="020F0502020204030204" pitchFamily="34" charset="0"/>
                <a:cs typeface="Calibri" panose="020F0502020204030204" pitchFamily="34" charset="0"/>
              </a:rPr>
              <a:t>.</a:t>
            </a:r>
            <a:endParaRPr kumimoji="0" lang="en-US" sz="2000" b="0" i="0" u="non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154" name="Rectangle 24"/>
          <p:cNvSpPr>
            <a:spLocks noChangeArrowheads="1"/>
          </p:cNvSpPr>
          <p:nvPr/>
        </p:nvSpPr>
        <p:spPr bwMode="gray">
          <a:xfrm>
            <a:off x="2509494" y="7644068"/>
            <a:ext cx="6836203" cy="2353849"/>
          </a:xfrm>
          <a:prstGeom prst="rect">
            <a:avLst/>
          </a:prstGeom>
          <a:solidFill>
            <a:srgbClr val="FFFFFF"/>
          </a:solidFill>
          <a:ln w="9525">
            <a:solidFill>
              <a:srgbClr val="0070C0"/>
            </a:solidFill>
            <a:miter lim="800000"/>
            <a:headEnd/>
            <a:tailEnd/>
          </a:ln>
        </p:spPr>
        <p:txBody>
          <a:bodyPr tIns="9144" rIns="0"/>
          <a:lstStyle/>
          <a:p>
            <a:pPr marL="166688" marR="0" lvl="0" indent="-166688" defTabSz="914400" eaLnBrk="1" fontAlgn="base" latinLnBrk="0" hangingPunct="1">
              <a:lnSpc>
                <a:spcPct val="100000"/>
              </a:lnSpc>
              <a:spcBef>
                <a:spcPct val="15000"/>
              </a:spcBef>
              <a:spcAft>
                <a:spcPct val="15000"/>
              </a:spcAft>
              <a:buClrTx/>
              <a:buSzTx/>
              <a:buFontTx/>
              <a:buNone/>
              <a:tabLst/>
              <a:defRPr/>
            </a:pPr>
            <a:r>
              <a:rPr kumimoji="0" lang="en-US" sz="2400" b="1" i="0" u="none" strike="noStrike" kern="1200" cap="none" spc="0" normalizeH="0" baseline="0" noProof="0" dirty="0" smtClean="0">
                <a:ln>
                  <a:noFill/>
                </a:ln>
                <a:solidFill>
                  <a:srgbClr val="58585A"/>
                </a:solidFill>
                <a:effectLst/>
                <a:uLnTx/>
                <a:uFillTx/>
                <a:latin typeface="Calibri" pitchFamily="34" charset="0"/>
                <a:cs typeface="Calibri" pitchFamily="34" charset="0"/>
              </a:rPr>
              <a:t>1.	What has the team done since last met? </a:t>
            </a:r>
            <a:r>
              <a:rPr kumimoji="0" lang="en-US" sz="24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(Achievements) </a:t>
            </a:r>
          </a:p>
          <a:p>
            <a:pPr marL="166688" lvl="0" indent="-166688" algn="just" defTabSz="914400" fontAlgn="base" hangingPunct="1">
              <a:spcBef>
                <a:spcPct val="15000"/>
              </a:spcBef>
              <a:spcAft>
                <a:spcPct val="15000"/>
              </a:spcAft>
              <a:buClr>
                <a:srgbClr val="006699"/>
              </a:buClr>
              <a:buFont typeface="Wingdings" pitchFamily="2" charset="2"/>
              <a:buChar char="§"/>
              <a:defRPr/>
            </a:pPr>
            <a:r>
              <a:rPr lang="pt-BR" sz="1800" kern="1200" dirty="0" smtClean="0">
                <a:solidFill>
                  <a:srgbClr val="58585A"/>
                </a:solidFill>
                <a:latin typeface="Calibri" pitchFamily="34" charset="0"/>
                <a:cs typeface="Calibri" pitchFamily="34" charset="0"/>
              </a:rPr>
              <a:t>N/A</a:t>
            </a:r>
            <a:endParaRPr lang="pt-BR" sz="1800" kern="1200" dirty="0">
              <a:solidFill>
                <a:srgbClr val="58585A"/>
              </a:solidFill>
              <a:latin typeface="Calibri" pitchFamily="34" charset="0"/>
              <a:cs typeface="Calibri" pitchFamily="34" charset="0"/>
            </a:endParaRPr>
          </a:p>
          <a:p>
            <a:pPr marL="0" marR="0" lvl="0" indent="0" defTabSz="914400" eaLnBrk="1" fontAlgn="base" latinLnBrk="0" hangingPunct="1">
              <a:lnSpc>
                <a:spcPct val="100000"/>
              </a:lnSpc>
              <a:spcBef>
                <a:spcPct val="15000"/>
              </a:spcBef>
              <a:spcAft>
                <a:spcPct val="15000"/>
              </a:spcAft>
              <a:buClr>
                <a:srgbClr val="006699"/>
              </a:buClr>
              <a:buSzTx/>
              <a:buFontTx/>
              <a:buNone/>
              <a:tabLst/>
              <a:defRPr/>
            </a:pPr>
            <a:endParaRPr kumimoji="0" lang="pt-BR" sz="18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0" marR="0" lvl="0" indent="0" defTabSz="914400" eaLnBrk="1" fontAlgn="base" latinLnBrk="0" hangingPunct="1">
              <a:lnSpc>
                <a:spcPct val="100000"/>
              </a:lnSpc>
              <a:spcBef>
                <a:spcPct val="15000"/>
              </a:spcBef>
              <a:spcAft>
                <a:spcPct val="15000"/>
              </a:spcAft>
              <a:buClr>
                <a:srgbClr val="006699"/>
              </a:buClr>
              <a:buSzTx/>
              <a:buFontTx/>
              <a:buNone/>
              <a:tabLst/>
              <a:defRPr/>
            </a:pPr>
            <a:endParaRPr kumimoji="0" lang="en-US" sz="20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endParaRPr>
          </a:p>
        </p:txBody>
      </p:sp>
      <p:sp>
        <p:nvSpPr>
          <p:cNvPr id="155" name="Rectangle 25"/>
          <p:cNvSpPr>
            <a:spLocks noChangeArrowheads="1"/>
          </p:cNvSpPr>
          <p:nvPr/>
        </p:nvSpPr>
        <p:spPr bwMode="gray">
          <a:xfrm>
            <a:off x="9389964" y="7647298"/>
            <a:ext cx="7110687" cy="2349160"/>
          </a:xfrm>
          <a:prstGeom prst="rect">
            <a:avLst/>
          </a:prstGeom>
          <a:solidFill>
            <a:srgbClr val="FFFFFF"/>
          </a:solidFill>
          <a:ln w="9525">
            <a:solidFill>
              <a:srgbClr val="0070C0"/>
            </a:solidFill>
            <a:miter lim="800000"/>
            <a:headEnd/>
            <a:tailEnd/>
          </a:ln>
        </p:spPr>
        <p:txBody>
          <a:bodyPr tIns="9144"/>
          <a:lstStyle/>
          <a:p>
            <a:pPr marL="166688" marR="0" lvl="0" indent="-166688" defTabSz="914400" eaLnBrk="1" fontAlgn="base" latinLnBrk="0" hangingPunct="1">
              <a:lnSpc>
                <a:spcPct val="100000"/>
              </a:lnSpc>
              <a:spcBef>
                <a:spcPct val="15000"/>
              </a:spcBef>
              <a:spcAft>
                <a:spcPct val="15000"/>
              </a:spcAft>
              <a:buClrTx/>
              <a:buSzTx/>
              <a:buFontTx/>
              <a:buNone/>
              <a:tabLst/>
              <a:defRPr/>
            </a:pPr>
            <a:r>
              <a:rPr kumimoji="0" lang="en-US" sz="2400" b="1" i="0" u="none" strike="noStrike" kern="1200" cap="none" spc="0" normalizeH="0" baseline="0" noProof="0" dirty="0" smtClean="0">
                <a:ln>
                  <a:noFill/>
                </a:ln>
                <a:solidFill>
                  <a:srgbClr val="58585A"/>
                </a:solidFill>
                <a:effectLst/>
                <a:uLnTx/>
                <a:uFillTx/>
                <a:latin typeface="Calibri" pitchFamily="34" charset="0"/>
                <a:cs typeface="Calibri" pitchFamily="34" charset="0"/>
              </a:rPr>
              <a:t>2.	What will the team do before we meet again? </a:t>
            </a:r>
            <a:r>
              <a:rPr kumimoji="0" lang="en-US" sz="24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(Next steps)</a:t>
            </a:r>
            <a:r>
              <a:rPr kumimoji="0" lang="en-US" sz="2400" b="1" i="0" u="none" strike="noStrike" kern="1200" cap="none" spc="0" normalizeH="0" baseline="0" noProof="0" dirty="0" smtClean="0">
                <a:ln>
                  <a:noFill/>
                </a:ln>
                <a:solidFill>
                  <a:srgbClr val="58585A"/>
                </a:solidFill>
                <a:effectLst/>
                <a:uLnTx/>
                <a:uFillTx/>
                <a:latin typeface="Calibri" pitchFamily="34" charset="0"/>
                <a:cs typeface="Calibri" pitchFamily="34" charset="0"/>
              </a:rPr>
              <a:t> </a:t>
            </a:r>
          </a:p>
          <a:p>
            <a:pPr marL="228600" lvl="0" indent="-228600" defTabSz="914400" hangingPunct="1">
              <a:spcBef>
                <a:spcPct val="15000"/>
              </a:spcBef>
              <a:spcAft>
                <a:spcPct val="15000"/>
              </a:spcAft>
              <a:buFontTx/>
              <a:buAutoNum type="arabicPeriod"/>
              <a:tabLst>
                <a:tab pos="166688" algn="l"/>
              </a:tabLst>
              <a:defRPr/>
            </a:pPr>
            <a:r>
              <a:rPr lang="es-MX" sz="1800" kern="1200" dirty="0" smtClean="0">
                <a:solidFill>
                  <a:srgbClr val="58585A"/>
                </a:solidFill>
                <a:latin typeface="Calibri" panose="020F0502020204030204" pitchFamily="34" charset="0"/>
                <a:cs typeface="Calibri" panose="020F0502020204030204" pitchFamily="34" charset="0"/>
              </a:rPr>
              <a:t>Check </a:t>
            </a:r>
            <a:r>
              <a:rPr lang="es-MX" sz="1800" kern="1200" dirty="0" err="1" smtClean="0">
                <a:solidFill>
                  <a:srgbClr val="58585A"/>
                </a:solidFill>
                <a:latin typeface="Calibri" panose="020F0502020204030204" pitchFamily="34" charset="0"/>
                <a:cs typeface="Calibri" panose="020F0502020204030204" pitchFamily="34" charset="0"/>
              </a:rPr>
              <a:t>minimum</a:t>
            </a:r>
            <a:r>
              <a:rPr lang="es-MX" sz="1800" kern="1200" dirty="0" smtClean="0">
                <a:solidFill>
                  <a:srgbClr val="58585A"/>
                </a:solidFill>
                <a:latin typeface="Calibri" panose="020F0502020204030204" pitchFamily="34" charset="0"/>
                <a:cs typeface="Calibri" panose="020F0502020204030204" pitchFamily="34" charset="0"/>
              </a:rPr>
              <a:t> </a:t>
            </a:r>
            <a:r>
              <a:rPr lang="es-MX" sz="1800" kern="1200" dirty="0" err="1" smtClean="0">
                <a:solidFill>
                  <a:srgbClr val="58585A"/>
                </a:solidFill>
                <a:latin typeface="Calibri" panose="020F0502020204030204" pitchFamily="34" charset="0"/>
                <a:cs typeface="Calibri" panose="020F0502020204030204" pitchFamily="34" charset="0"/>
              </a:rPr>
              <a:t>information</a:t>
            </a:r>
            <a:r>
              <a:rPr lang="es-MX" sz="1800" kern="1200" dirty="0" smtClean="0">
                <a:solidFill>
                  <a:srgbClr val="58585A"/>
                </a:solidFill>
                <a:latin typeface="Calibri" panose="020F0502020204030204" pitchFamily="34" charset="0"/>
                <a:cs typeface="Calibri" panose="020F0502020204030204" pitchFamily="34" charset="0"/>
              </a:rPr>
              <a:t> (</a:t>
            </a:r>
            <a:r>
              <a:rPr lang="es-MX" sz="1800" kern="1200" dirty="0" err="1" smtClean="0">
                <a:solidFill>
                  <a:srgbClr val="58585A"/>
                </a:solidFill>
                <a:latin typeface="Calibri" panose="020F0502020204030204" pitchFamily="34" charset="0"/>
                <a:cs typeface="Calibri" panose="020F0502020204030204" pitchFamily="34" charset="0"/>
              </a:rPr>
              <a:t>raw</a:t>
            </a:r>
            <a:r>
              <a:rPr lang="es-MX" sz="1800" kern="1200" dirty="0" smtClean="0">
                <a:solidFill>
                  <a:srgbClr val="58585A"/>
                </a:solidFill>
                <a:latin typeface="Calibri" panose="020F0502020204030204" pitchFamily="34" charset="0"/>
                <a:cs typeface="Calibri" panose="020F0502020204030204" pitchFamily="34" charset="0"/>
              </a:rPr>
              <a:t> data) </a:t>
            </a:r>
            <a:r>
              <a:rPr lang="es-MX" sz="1800" kern="1200" dirty="0" err="1" smtClean="0">
                <a:solidFill>
                  <a:srgbClr val="58585A"/>
                </a:solidFill>
                <a:latin typeface="Calibri" panose="020F0502020204030204" pitchFamily="34" charset="0"/>
                <a:cs typeface="Calibri" panose="020F0502020204030204" pitchFamily="34" charset="0"/>
              </a:rPr>
              <a:t>required</a:t>
            </a:r>
            <a:r>
              <a:rPr lang="es-MX" sz="1800" kern="1200" dirty="0" smtClean="0">
                <a:solidFill>
                  <a:srgbClr val="58585A"/>
                </a:solidFill>
                <a:latin typeface="Calibri" panose="020F0502020204030204" pitchFamily="34" charset="0"/>
                <a:cs typeface="Calibri" panose="020F0502020204030204" pitchFamily="34" charset="0"/>
              </a:rPr>
              <a:t> to </a:t>
            </a:r>
            <a:r>
              <a:rPr lang="es-MX" sz="1800" kern="1200" dirty="0" err="1" smtClean="0">
                <a:solidFill>
                  <a:srgbClr val="58585A"/>
                </a:solidFill>
                <a:latin typeface="Calibri" panose="020F0502020204030204" pitchFamily="34" charset="0"/>
                <a:cs typeface="Calibri" panose="020F0502020204030204" pitchFamily="34" charset="0"/>
              </a:rPr>
              <a:t>get</a:t>
            </a:r>
            <a:r>
              <a:rPr lang="es-MX" sz="1800" kern="1200" dirty="0" smtClean="0">
                <a:solidFill>
                  <a:srgbClr val="58585A"/>
                </a:solidFill>
                <a:latin typeface="Calibri" panose="020F0502020204030204" pitchFamily="34" charset="0"/>
                <a:cs typeface="Calibri" panose="020F0502020204030204" pitchFamily="34" charset="0"/>
              </a:rPr>
              <a:t> </a:t>
            </a:r>
            <a:r>
              <a:rPr lang="es-MX" sz="1800" kern="1200" dirty="0" err="1" smtClean="0">
                <a:solidFill>
                  <a:srgbClr val="58585A"/>
                </a:solidFill>
                <a:latin typeface="Calibri" panose="020F0502020204030204" pitchFamily="34" charset="0"/>
                <a:cs typeface="Calibri" panose="020F0502020204030204" pitchFamily="34" charset="0"/>
              </a:rPr>
              <a:t>all</a:t>
            </a:r>
            <a:r>
              <a:rPr lang="es-MX" sz="1800" kern="1200" dirty="0" smtClean="0">
                <a:solidFill>
                  <a:srgbClr val="58585A"/>
                </a:solidFill>
                <a:latin typeface="Calibri" panose="020F0502020204030204" pitchFamily="34" charset="0"/>
                <a:cs typeface="Calibri" panose="020F0502020204030204" pitchFamily="34" charset="0"/>
              </a:rPr>
              <a:t> OPM modules working for </a:t>
            </a:r>
            <a:r>
              <a:rPr lang="es-MX" sz="1800" kern="1200" dirty="0" err="1" smtClean="0">
                <a:solidFill>
                  <a:srgbClr val="58585A"/>
                </a:solidFill>
                <a:latin typeface="Calibri" panose="020F0502020204030204" pitchFamily="34" charset="0"/>
                <a:cs typeface="Calibri" panose="020F0502020204030204" pitchFamily="34" charset="0"/>
              </a:rPr>
              <a:t>Huawei</a:t>
            </a:r>
            <a:r>
              <a:rPr lang="es-MX" sz="1800" kern="1200" dirty="0" smtClean="0">
                <a:solidFill>
                  <a:srgbClr val="58585A"/>
                </a:solidFill>
                <a:latin typeface="Calibri" panose="020F0502020204030204" pitchFamily="34" charset="0"/>
                <a:cs typeface="Calibri" panose="020F0502020204030204" pitchFamily="34" charset="0"/>
              </a:rPr>
              <a:t>.</a:t>
            </a:r>
          </a:p>
          <a:p>
            <a:pPr marL="228600" lvl="0" indent="-228600" defTabSz="914400" hangingPunct="1">
              <a:spcBef>
                <a:spcPct val="15000"/>
              </a:spcBef>
              <a:spcAft>
                <a:spcPct val="15000"/>
              </a:spcAft>
              <a:buFontTx/>
              <a:buAutoNum type="arabicPeriod"/>
              <a:tabLst>
                <a:tab pos="166688" algn="l"/>
              </a:tabLst>
              <a:defRPr/>
            </a:pPr>
            <a:r>
              <a:rPr kumimoji="0" lang="es-MX" sz="1800" b="0" i="0" u="none" strike="noStrike" kern="1200" cap="none" spc="0" normalizeH="0" baseline="0" noProof="0" dirty="0" err="1" smtClean="0">
                <a:ln>
                  <a:noFill/>
                </a:ln>
                <a:solidFill>
                  <a:srgbClr val="58585A"/>
                </a:solidFill>
                <a:effectLst/>
                <a:uLnTx/>
                <a:uFillTx/>
                <a:latin typeface="Calibri" panose="020F0502020204030204" pitchFamily="34" charset="0"/>
                <a:cs typeface="Calibri" panose="020F0502020204030204" pitchFamily="34" charset="0"/>
              </a:rPr>
              <a:t>Analysis</a:t>
            </a:r>
            <a:r>
              <a:rPr kumimoji="0" lang="es-MX" sz="18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 to </a:t>
            </a:r>
            <a:r>
              <a:rPr kumimoji="0" lang="es-MX" sz="1800" b="0" i="0" u="none" strike="noStrike" kern="1200" cap="none" spc="0" normalizeH="0" baseline="0" noProof="0" dirty="0" err="1" smtClean="0">
                <a:ln>
                  <a:noFill/>
                </a:ln>
                <a:solidFill>
                  <a:srgbClr val="58585A"/>
                </a:solidFill>
                <a:effectLst/>
                <a:uLnTx/>
                <a:uFillTx/>
                <a:latin typeface="Calibri" panose="020F0502020204030204" pitchFamily="34" charset="0"/>
                <a:cs typeface="Calibri" panose="020F0502020204030204" pitchFamily="34" charset="0"/>
              </a:rPr>
              <a:t>implement</a:t>
            </a:r>
            <a:r>
              <a:rPr kumimoji="0" lang="es-MX" sz="18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 </a:t>
            </a:r>
            <a:r>
              <a:rPr kumimoji="0" lang="es-MX" sz="1800" b="0" i="0" u="none" strike="noStrike" kern="1200" cap="none" spc="0" normalizeH="0" baseline="0" noProof="0" dirty="0" err="1" smtClean="0">
                <a:ln>
                  <a:noFill/>
                </a:ln>
                <a:solidFill>
                  <a:srgbClr val="58585A"/>
                </a:solidFill>
                <a:effectLst/>
                <a:uLnTx/>
                <a:uFillTx/>
                <a:latin typeface="Calibri" panose="020F0502020204030204" pitchFamily="34" charset="0"/>
                <a:cs typeface="Calibri" panose="020F0502020204030204" pitchFamily="34" charset="0"/>
              </a:rPr>
              <a:t>logic</a:t>
            </a:r>
            <a:r>
              <a:rPr kumimoji="0" lang="es-MX" sz="18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 for</a:t>
            </a:r>
            <a:r>
              <a:rPr kumimoji="0" lang="es-MX" sz="1800" b="0" i="0" u="none" strike="noStrike" kern="1200" cap="none" spc="0" normalizeH="0" noProof="0" dirty="0" smtClean="0">
                <a:ln>
                  <a:noFill/>
                </a:ln>
                <a:solidFill>
                  <a:srgbClr val="58585A"/>
                </a:solidFill>
                <a:effectLst/>
                <a:uLnTx/>
                <a:uFillTx/>
                <a:latin typeface="Calibri" panose="020F0502020204030204" pitchFamily="34" charset="0"/>
                <a:cs typeface="Calibri" panose="020F0502020204030204" pitchFamily="34" charset="0"/>
              </a:rPr>
              <a:t> new </a:t>
            </a:r>
            <a:r>
              <a:rPr kumimoji="0" lang="es-MX" sz="1800" b="0" i="0" u="none" strike="noStrike" kern="1200" cap="none" spc="0" normalizeH="0" noProof="0" dirty="0" err="1" smtClean="0">
                <a:ln>
                  <a:noFill/>
                </a:ln>
                <a:solidFill>
                  <a:srgbClr val="58585A"/>
                </a:solidFill>
                <a:effectLst/>
                <a:uLnTx/>
                <a:uFillTx/>
                <a:latin typeface="Calibri" panose="020F0502020204030204" pitchFamily="34" charset="0"/>
                <a:cs typeface="Calibri" panose="020F0502020204030204" pitchFamily="34" charset="0"/>
              </a:rPr>
              <a:t>raw</a:t>
            </a:r>
            <a:r>
              <a:rPr kumimoji="0" lang="es-MX" sz="1800" b="0" i="0" u="none" strike="noStrike" kern="1200" cap="none" spc="0" normalizeH="0" noProof="0" dirty="0" smtClean="0">
                <a:ln>
                  <a:noFill/>
                </a:ln>
                <a:solidFill>
                  <a:srgbClr val="58585A"/>
                </a:solidFill>
                <a:effectLst/>
                <a:uLnTx/>
                <a:uFillTx/>
                <a:latin typeface="Calibri" panose="020F0502020204030204" pitchFamily="34" charset="0"/>
                <a:cs typeface="Calibri" panose="020F0502020204030204" pitchFamily="34" charset="0"/>
              </a:rPr>
              <a:t> data for </a:t>
            </a:r>
            <a:r>
              <a:rPr kumimoji="0" lang="es-MX" sz="1800" b="0" i="0" u="none" strike="noStrike" kern="1200" cap="none" spc="0" normalizeH="0" noProof="0" dirty="0" err="1" smtClean="0">
                <a:ln>
                  <a:noFill/>
                </a:ln>
                <a:solidFill>
                  <a:srgbClr val="58585A"/>
                </a:solidFill>
                <a:effectLst/>
                <a:uLnTx/>
                <a:uFillTx/>
                <a:latin typeface="Calibri" panose="020F0502020204030204" pitchFamily="34" charset="0"/>
                <a:cs typeface="Calibri" panose="020F0502020204030204" pitchFamily="34" charset="0"/>
              </a:rPr>
              <a:t>Huawei</a:t>
            </a:r>
            <a:r>
              <a:rPr kumimoji="0" lang="es-MX" sz="1800" b="0" i="0" u="none" strike="noStrike" kern="1200" cap="none" spc="0" normalizeH="0" noProof="0" dirty="0" smtClean="0">
                <a:ln>
                  <a:noFill/>
                </a:ln>
                <a:solidFill>
                  <a:srgbClr val="58585A"/>
                </a:solidFill>
                <a:effectLst/>
                <a:uLnTx/>
                <a:uFillTx/>
                <a:latin typeface="Calibri" panose="020F0502020204030204" pitchFamily="34" charset="0"/>
                <a:cs typeface="Calibri" panose="020F0502020204030204" pitchFamily="34" charset="0"/>
              </a:rPr>
              <a:t>.</a:t>
            </a:r>
            <a:endParaRPr kumimoji="0" lang="pt-BR" sz="16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228600" lvl="0" indent="-228600" defTabSz="914400" hangingPunct="1">
              <a:spcBef>
                <a:spcPct val="15000"/>
              </a:spcBef>
              <a:spcAft>
                <a:spcPct val="15000"/>
              </a:spcAft>
              <a:buFontTx/>
              <a:buAutoNum type="arabicPeriod"/>
              <a:tabLst>
                <a:tab pos="166688" algn="l"/>
              </a:tabLst>
              <a:defRPr/>
            </a:pPr>
            <a:endParaRPr kumimoji="0" lang="pt-BR" sz="16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166688" marR="0" lvl="0" indent="-166688" defTabSz="914400" eaLnBrk="1" fontAlgn="base" latinLnBrk="0" hangingPunct="1">
              <a:lnSpc>
                <a:spcPct val="100000"/>
              </a:lnSpc>
              <a:spcBef>
                <a:spcPct val="15000"/>
              </a:spcBef>
              <a:spcAft>
                <a:spcPct val="15000"/>
              </a:spcAft>
              <a:buClr>
                <a:srgbClr val="006699"/>
              </a:buClr>
              <a:buSzTx/>
              <a:buFont typeface="Wingdings" pitchFamily="2" charset="2"/>
              <a:buChar char="§"/>
              <a:tabLst/>
              <a:defRPr/>
            </a:pPr>
            <a:endParaRPr kumimoji="0" lang="en-US" sz="18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166688" marR="0" lvl="0" indent="-166688" defTabSz="914400" eaLnBrk="1" fontAlgn="base" latinLnBrk="0" hangingPunct="1">
              <a:lnSpc>
                <a:spcPct val="100000"/>
              </a:lnSpc>
              <a:spcBef>
                <a:spcPct val="15000"/>
              </a:spcBef>
              <a:spcAft>
                <a:spcPct val="15000"/>
              </a:spcAft>
              <a:buClr>
                <a:srgbClr val="006699"/>
              </a:buClr>
              <a:buSzTx/>
              <a:buFontTx/>
              <a:buNone/>
              <a:tabLst/>
              <a:defRPr/>
            </a:pPr>
            <a:endPar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166688" marR="0" lvl="0" indent="-166688" defTabSz="914400" eaLnBrk="1" fontAlgn="base" latinLnBrk="0" hangingPunct="1">
              <a:lnSpc>
                <a:spcPct val="100000"/>
              </a:lnSpc>
              <a:spcBef>
                <a:spcPct val="15000"/>
              </a:spcBef>
              <a:spcAft>
                <a:spcPct val="15000"/>
              </a:spcAft>
              <a:buClr>
                <a:srgbClr val="006699"/>
              </a:buClr>
              <a:buSzTx/>
              <a:buFontTx/>
              <a:buNone/>
              <a:tabLst/>
              <a:defRPr/>
            </a:pPr>
            <a:endPar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166688" marR="0" lvl="0" indent="-166688" defTabSz="914400" eaLnBrk="1" fontAlgn="base" latinLnBrk="0" hangingPunct="1">
              <a:lnSpc>
                <a:spcPct val="100000"/>
              </a:lnSpc>
              <a:spcBef>
                <a:spcPct val="15000"/>
              </a:spcBef>
              <a:spcAft>
                <a:spcPct val="15000"/>
              </a:spcAft>
              <a:buClr>
                <a:srgbClr val="006699"/>
              </a:buClr>
              <a:buSzTx/>
              <a:buFontTx/>
              <a:buNone/>
              <a:tabLst/>
              <a:defRPr/>
            </a:pPr>
            <a:endPar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p:txBody>
      </p:sp>
      <p:sp>
        <p:nvSpPr>
          <p:cNvPr id="156" name="Rectangle 36"/>
          <p:cNvSpPr>
            <a:spLocks noChangeArrowheads="1"/>
          </p:cNvSpPr>
          <p:nvPr/>
        </p:nvSpPr>
        <p:spPr bwMode="gray">
          <a:xfrm>
            <a:off x="16829577" y="7779683"/>
            <a:ext cx="4554077" cy="49627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rPr>
              <a:t>Scope Details / Initiative phases: </a:t>
            </a:r>
          </a:p>
          <a:p>
            <a:pPr marL="166688" indent="-166688" defTabSz="914400" fontAlgn="base" hangingPunct="1">
              <a:spcBef>
                <a:spcPct val="15000"/>
              </a:spcBef>
              <a:spcAft>
                <a:spcPct val="15000"/>
              </a:spcAft>
              <a:buClr>
                <a:srgbClr val="006699"/>
              </a:buClr>
              <a:buFont typeface="Wingdings" pitchFamily="2" charset="2"/>
              <a:buChar char="§"/>
            </a:pPr>
            <a:r>
              <a:rPr lang="pt-BR" sz="1800" kern="1200" dirty="0">
                <a:solidFill>
                  <a:srgbClr val="58585A"/>
                </a:solidFill>
                <a:latin typeface="Calibri" pitchFamily="34" charset="0"/>
                <a:cs typeface="Calibri" pitchFamily="34" charset="0"/>
              </a:rPr>
              <a:t>Tool </a:t>
            </a:r>
            <a:r>
              <a:rPr lang="pt-BR" sz="1800" kern="1200" dirty="0" err="1">
                <a:solidFill>
                  <a:srgbClr val="58585A"/>
                </a:solidFill>
                <a:latin typeface="Calibri" pitchFamily="34" charset="0"/>
                <a:cs typeface="Calibri" pitchFamily="34" charset="0"/>
              </a:rPr>
              <a:t>was</a:t>
            </a:r>
            <a:r>
              <a:rPr lang="pt-BR" sz="1800" kern="1200" dirty="0">
                <a:solidFill>
                  <a:srgbClr val="58585A"/>
                </a:solidFill>
                <a:latin typeface="Calibri" pitchFamily="34" charset="0"/>
                <a:cs typeface="Calibri" pitchFamily="34" charset="0"/>
              </a:rPr>
              <a:t> </a:t>
            </a:r>
            <a:r>
              <a:rPr lang="pt-BR" sz="1800" kern="1200" dirty="0" err="1">
                <a:solidFill>
                  <a:srgbClr val="58585A"/>
                </a:solidFill>
                <a:latin typeface="Calibri" pitchFamily="34" charset="0"/>
                <a:cs typeface="Calibri" pitchFamily="34" charset="0"/>
              </a:rPr>
              <a:t>requested</a:t>
            </a:r>
            <a:r>
              <a:rPr lang="pt-BR" sz="1800" kern="1200" dirty="0">
                <a:solidFill>
                  <a:srgbClr val="58585A"/>
                </a:solidFill>
                <a:latin typeface="Calibri" pitchFamily="34" charset="0"/>
                <a:cs typeface="Calibri" pitchFamily="34" charset="0"/>
              </a:rPr>
              <a:t> </a:t>
            </a:r>
            <a:r>
              <a:rPr lang="pt-BR" sz="1800" kern="1200" dirty="0" err="1">
                <a:solidFill>
                  <a:srgbClr val="58585A"/>
                </a:solidFill>
                <a:latin typeface="Calibri" pitchFamily="34" charset="0"/>
                <a:cs typeface="Calibri" pitchFamily="34" charset="0"/>
              </a:rPr>
              <a:t>by</a:t>
            </a:r>
            <a:r>
              <a:rPr lang="pt-BR" sz="1800" kern="1200" dirty="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Telcel</a:t>
            </a:r>
            <a:r>
              <a:rPr lang="pt-BR" sz="1800" kern="1200" dirty="0" smtClean="0">
                <a:solidFill>
                  <a:srgbClr val="58585A"/>
                </a:solidFill>
                <a:latin typeface="Calibri" pitchFamily="34" charset="0"/>
                <a:cs typeface="Calibri" pitchFamily="34" charset="0"/>
              </a:rPr>
              <a:t>.</a:t>
            </a:r>
            <a:endParaRPr lang="pt-BR" sz="1800" kern="1200" dirty="0">
              <a:solidFill>
                <a:srgbClr val="58585A"/>
              </a:solidFill>
              <a:latin typeface="Calibri" pitchFamily="34" charset="0"/>
              <a:cs typeface="Calibri" pitchFamily="34" charset="0"/>
            </a:endParaRPr>
          </a:p>
          <a:p>
            <a:pPr marL="166688" indent="-166688" defTabSz="914400" fontAlgn="base" hangingPunct="1">
              <a:spcBef>
                <a:spcPct val="15000"/>
              </a:spcBef>
              <a:spcAft>
                <a:spcPct val="15000"/>
              </a:spcAft>
              <a:buClr>
                <a:srgbClr val="006699"/>
              </a:buClr>
              <a:buFont typeface="Wingdings" pitchFamily="2" charset="2"/>
              <a:buChar char="§"/>
            </a:pPr>
            <a:r>
              <a:rPr lang="pt-BR" sz="1800" kern="1200" dirty="0">
                <a:solidFill>
                  <a:srgbClr val="58585A"/>
                </a:solidFill>
                <a:latin typeface="Calibri" pitchFamily="34" charset="0"/>
                <a:cs typeface="Calibri" pitchFamily="34" charset="0"/>
              </a:rPr>
              <a:t>Project </a:t>
            </a:r>
            <a:r>
              <a:rPr lang="pt-BR" sz="1800" kern="1200" dirty="0" err="1" smtClean="0">
                <a:solidFill>
                  <a:srgbClr val="58585A"/>
                </a:solidFill>
                <a:latin typeface="Calibri" pitchFamily="34" charset="0"/>
                <a:cs typeface="Calibri" pitchFamily="34" charset="0"/>
              </a:rPr>
              <a:t>will</a:t>
            </a:r>
            <a:r>
              <a:rPr lang="pt-BR" sz="1800" kern="1200" dirty="0" smtClean="0">
                <a:solidFill>
                  <a:srgbClr val="58585A"/>
                </a:solidFill>
                <a:latin typeface="Calibri" pitchFamily="34" charset="0"/>
                <a:cs typeface="Calibri" pitchFamily="34" charset="0"/>
              </a:rPr>
              <a:t> start </a:t>
            </a:r>
            <a:r>
              <a:rPr lang="pt-BR" sz="1800" kern="1200" dirty="0" err="1" smtClean="0">
                <a:solidFill>
                  <a:srgbClr val="58585A"/>
                </a:solidFill>
                <a:latin typeface="Calibri" pitchFamily="34" charset="0"/>
                <a:cs typeface="Calibri" pitchFamily="34" charset="0"/>
              </a:rPr>
              <a:t>officially</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until</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have</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all</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raw</a:t>
            </a:r>
            <a:r>
              <a:rPr lang="pt-BR" sz="1800" kern="1200" dirty="0" smtClean="0">
                <a:solidFill>
                  <a:srgbClr val="58585A"/>
                </a:solidFill>
                <a:latin typeface="Calibri" pitchFamily="34" charset="0"/>
                <a:cs typeface="Calibri" pitchFamily="34" charset="0"/>
              </a:rPr>
              <a:t> data.</a:t>
            </a:r>
          </a:p>
          <a:p>
            <a:pPr marL="166688" indent="-166688" defTabSz="914400" fontAlgn="base" hangingPunct="1">
              <a:spcBef>
                <a:spcPct val="15000"/>
              </a:spcBef>
              <a:spcAft>
                <a:spcPct val="15000"/>
              </a:spcAft>
              <a:buClr>
                <a:srgbClr val="006699"/>
              </a:buClr>
              <a:buFont typeface="Wingdings" pitchFamily="2" charset="2"/>
              <a:buChar char="§"/>
            </a:pPr>
            <a:r>
              <a:rPr lang="pt-BR" sz="1800" kern="1200" dirty="0" err="1" smtClean="0">
                <a:solidFill>
                  <a:srgbClr val="58585A"/>
                </a:solidFill>
                <a:latin typeface="Calibri" pitchFamily="34" charset="0"/>
                <a:cs typeface="Calibri" pitchFamily="34" charset="0"/>
              </a:rPr>
              <a:t>We</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have</a:t>
            </a:r>
            <a:r>
              <a:rPr lang="pt-BR" sz="1800" kern="1200" dirty="0" smtClean="0">
                <a:solidFill>
                  <a:srgbClr val="58585A"/>
                </a:solidFill>
                <a:latin typeface="Calibri" pitchFamily="34" charset="0"/>
                <a:cs typeface="Calibri" pitchFamily="34" charset="0"/>
              </a:rPr>
              <a:t> set a </a:t>
            </a:r>
            <a:r>
              <a:rPr lang="pt-BR" sz="1800" kern="1200" dirty="0" err="1" smtClean="0">
                <a:solidFill>
                  <a:srgbClr val="58585A"/>
                </a:solidFill>
                <a:latin typeface="Calibri" pitchFamily="34" charset="0"/>
                <a:cs typeface="Calibri" pitchFamily="34" charset="0"/>
              </a:rPr>
              <a:t>sequence</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of</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recurrent</a:t>
            </a:r>
            <a:r>
              <a:rPr lang="pt-BR" sz="1800" kern="1200" dirty="0" smtClean="0">
                <a:solidFill>
                  <a:srgbClr val="58585A"/>
                </a:solidFill>
                <a:latin typeface="Calibri" pitchFamily="34" charset="0"/>
                <a:cs typeface="Calibri" pitchFamily="34" charset="0"/>
              </a:rPr>
              <a:t> meetings </a:t>
            </a:r>
            <a:r>
              <a:rPr lang="pt-BR" sz="1800" kern="1200" dirty="0" err="1" smtClean="0">
                <a:solidFill>
                  <a:srgbClr val="58585A"/>
                </a:solidFill>
                <a:latin typeface="Calibri" pitchFamily="34" charset="0"/>
                <a:cs typeface="Calibri" pitchFamily="34" charset="0"/>
              </a:rPr>
              <a:t>every</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Monday</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from</a:t>
            </a:r>
            <a:r>
              <a:rPr lang="pt-BR" sz="1800" kern="1200" dirty="0" smtClean="0">
                <a:solidFill>
                  <a:srgbClr val="58585A"/>
                </a:solidFill>
                <a:latin typeface="Calibri" pitchFamily="34" charset="0"/>
                <a:cs typeface="Calibri" pitchFamily="34" charset="0"/>
              </a:rPr>
              <a:t> 10am </a:t>
            </a:r>
            <a:r>
              <a:rPr lang="pt-BR" sz="1800" kern="1200" dirty="0" err="1" smtClean="0">
                <a:solidFill>
                  <a:srgbClr val="58585A"/>
                </a:solidFill>
                <a:latin typeface="Calibri" pitchFamily="34" charset="0"/>
                <a:cs typeface="Calibri" pitchFamily="34" charset="0"/>
              </a:rPr>
              <a:t>till</a:t>
            </a:r>
            <a:r>
              <a:rPr lang="pt-BR" sz="1800" kern="1200" dirty="0" smtClean="0">
                <a:solidFill>
                  <a:srgbClr val="58585A"/>
                </a:solidFill>
                <a:latin typeface="Calibri" pitchFamily="34" charset="0"/>
                <a:cs typeface="Calibri" pitchFamily="34" charset="0"/>
              </a:rPr>
              <a:t> 12pm. </a:t>
            </a:r>
            <a:r>
              <a:rPr lang="pt-BR" sz="1800" kern="1200" dirty="0" err="1" smtClean="0">
                <a:solidFill>
                  <a:srgbClr val="58585A"/>
                </a:solidFill>
                <a:latin typeface="Calibri" pitchFamily="34" charset="0"/>
                <a:cs typeface="Calibri" pitchFamily="34" charset="0"/>
              </a:rPr>
              <a:t>This</a:t>
            </a:r>
            <a:r>
              <a:rPr lang="pt-BR" sz="1800" kern="1200" dirty="0" smtClean="0">
                <a:solidFill>
                  <a:srgbClr val="58585A"/>
                </a:solidFill>
                <a:latin typeface="Calibri" pitchFamily="34" charset="0"/>
                <a:cs typeface="Calibri" pitchFamily="34" charset="0"/>
              </a:rPr>
              <a:t> file </a:t>
            </a:r>
            <a:r>
              <a:rPr lang="pt-BR" sz="1800" kern="1200" dirty="0" err="1" smtClean="0">
                <a:solidFill>
                  <a:srgbClr val="58585A"/>
                </a:solidFill>
                <a:latin typeface="Calibri" pitchFamily="34" charset="0"/>
                <a:cs typeface="Calibri" pitchFamily="34" charset="0"/>
              </a:rPr>
              <a:t>will</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be</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send</a:t>
            </a:r>
            <a:r>
              <a:rPr lang="pt-BR" sz="1800" kern="1200" dirty="0" smtClean="0">
                <a:solidFill>
                  <a:srgbClr val="58585A"/>
                </a:solidFill>
                <a:latin typeface="Calibri" pitchFamily="34" charset="0"/>
                <a:cs typeface="Calibri" pitchFamily="34" charset="0"/>
              </a:rPr>
              <a:t> out </a:t>
            </a:r>
            <a:r>
              <a:rPr lang="pt-BR" sz="1800" kern="1200" dirty="0" err="1" smtClean="0">
                <a:solidFill>
                  <a:srgbClr val="58585A"/>
                </a:solidFill>
                <a:latin typeface="Calibri" pitchFamily="34" charset="0"/>
                <a:cs typeface="Calibri" pitchFamily="34" charset="0"/>
              </a:rPr>
              <a:t>after</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all</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follow</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up</a:t>
            </a:r>
            <a:r>
              <a:rPr lang="pt-BR" sz="1800" kern="1200" dirty="0" smtClean="0">
                <a:solidFill>
                  <a:srgbClr val="58585A"/>
                </a:solidFill>
                <a:latin typeface="Calibri" pitchFamily="34" charset="0"/>
                <a:cs typeface="Calibri" pitchFamily="34" charset="0"/>
              </a:rPr>
              <a:t> meeting.</a:t>
            </a:r>
          </a:p>
          <a:p>
            <a:pPr marL="166688" indent="-166688" defTabSz="914400" fontAlgn="base" hangingPunct="1">
              <a:spcBef>
                <a:spcPct val="15000"/>
              </a:spcBef>
              <a:spcAft>
                <a:spcPct val="15000"/>
              </a:spcAft>
              <a:buClr>
                <a:srgbClr val="006699"/>
              </a:buClr>
              <a:buFont typeface="Wingdings" pitchFamily="2" charset="2"/>
              <a:buChar char="§"/>
            </a:pPr>
            <a:r>
              <a:rPr lang="en-US" sz="1800" kern="1200" dirty="0" smtClean="0">
                <a:solidFill>
                  <a:srgbClr val="58585A"/>
                </a:solidFill>
                <a:latin typeface="Calibri" pitchFamily="34" charset="0"/>
                <a:cs typeface="Calibri" pitchFamily="34" charset="0"/>
              </a:rPr>
              <a:t>This </a:t>
            </a:r>
            <a:r>
              <a:rPr lang="en-US" sz="1800" kern="1200" dirty="0">
                <a:solidFill>
                  <a:srgbClr val="58585A"/>
                </a:solidFill>
                <a:latin typeface="Calibri" pitchFamily="34" charset="0"/>
                <a:cs typeface="Calibri" pitchFamily="34" charset="0"/>
              </a:rPr>
              <a:t>phase aims to be finished </a:t>
            </a:r>
            <a:r>
              <a:rPr lang="en-US" sz="1800" kern="1200" dirty="0" smtClean="0">
                <a:solidFill>
                  <a:srgbClr val="58585A"/>
                </a:solidFill>
                <a:latin typeface="Calibri" pitchFamily="34" charset="0"/>
                <a:cs typeface="Calibri" pitchFamily="34" charset="0"/>
              </a:rPr>
              <a:t>on Jul 10, </a:t>
            </a:r>
            <a:r>
              <a:rPr lang="en-US" sz="1800" kern="1200" dirty="0">
                <a:solidFill>
                  <a:srgbClr val="58585A"/>
                </a:solidFill>
                <a:latin typeface="Calibri" pitchFamily="34" charset="0"/>
                <a:cs typeface="Calibri" pitchFamily="34" charset="0"/>
              </a:rPr>
              <a:t>however we plan to keep doing maintenance, creating other reports, etc. according to </a:t>
            </a:r>
            <a:r>
              <a:rPr lang="en-US" sz="1800" kern="1200" dirty="0" smtClean="0">
                <a:solidFill>
                  <a:srgbClr val="58585A"/>
                </a:solidFill>
                <a:latin typeface="Calibri" pitchFamily="34" charset="0"/>
                <a:cs typeface="Calibri" pitchFamily="34" charset="0"/>
              </a:rPr>
              <a:t>client´s </a:t>
            </a:r>
            <a:r>
              <a:rPr lang="en-US" sz="1800" kern="1200" dirty="0">
                <a:solidFill>
                  <a:srgbClr val="58585A"/>
                </a:solidFill>
                <a:latin typeface="Calibri" pitchFamily="34" charset="0"/>
                <a:cs typeface="Calibri" pitchFamily="34" charset="0"/>
              </a:rPr>
              <a:t>demand.</a:t>
            </a:r>
          </a:p>
        </p:txBody>
      </p:sp>
      <p:sp>
        <p:nvSpPr>
          <p:cNvPr id="157" name="Text Box 38"/>
          <p:cNvSpPr txBox="1">
            <a:spLocks noChangeArrowheads="1"/>
          </p:cNvSpPr>
          <p:nvPr/>
        </p:nvSpPr>
        <p:spPr bwMode="gray">
          <a:xfrm>
            <a:off x="16927914" y="2275064"/>
            <a:ext cx="2177005" cy="55399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3600" b="1" i="0" u="none" strike="noStrike" kern="1200" cap="none" spc="0" normalizeH="0" baseline="0" noProof="0" dirty="0">
                <a:ln>
                  <a:noFill/>
                </a:ln>
                <a:solidFill>
                  <a:srgbClr val="006699"/>
                </a:solidFill>
                <a:effectLst/>
                <a:uLnTx/>
                <a:uFillTx/>
                <a:latin typeface="Calibri" pitchFamily="34" charset="0"/>
                <a:cs typeface="Calibri" pitchFamily="34" charset="0"/>
              </a:rPr>
              <a:t>Summary</a:t>
            </a:r>
          </a:p>
        </p:txBody>
      </p:sp>
      <p:sp>
        <p:nvSpPr>
          <p:cNvPr id="158" name="Rectangle 50"/>
          <p:cNvSpPr>
            <a:spLocks noChangeArrowheads="1"/>
          </p:cNvSpPr>
          <p:nvPr/>
        </p:nvSpPr>
        <p:spPr bwMode="gray">
          <a:xfrm>
            <a:off x="16826185" y="2755553"/>
            <a:ext cx="4557469" cy="4626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lstStyle/>
          <a:p>
            <a:pPr marL="0" marR="0" lvl="0" indent="0" defTabSz="914400" eaLnBrk="1" fontAlgn="base" latinLnBrk="0" hangingPunct="1">
              <a:lnSpc>
                <a:spcPct val="100000"/>
              </a:lnSpc>
              <a:spcBef>
                <a:spcPct val="15000"/>
              </a:spcBef>
              <a:spcAft>
                <a:spcPct val="15000"/>
              </a:spcAft>
              <a:buClr>
                <a:srgbClr val="006699"/>
              </a:buClr>
              <a:buSzTx/>
              <a:buFont typeface="Wingdings" pitchFamily="2" charset="2"/>
              <a:buNone/>
              <a:tabLst/>
              <a:defRPr/>
            </a:pPr>
            <a:r>
              <a:rPr kumimoji="0" lang="en-US" sz="3200" b="1" i="0" u="none" strike="noStrike" kern="1200" cap="none" spc="0" normalizeH="0" baseline="0" noProof="0" dirty="0" smtClean="0">
                <a:ln>
                  <a:noFill/>
                </a:ln>
                <a:solidFill>
                  <a:srgbClr val="58585A"/>
                </a:solidFill>
                <a:effectLst/>
                <a:uLnTx/>
                <a:uFillTx/>
                <a:latin typeface="Calibri" pitchFamily="34" charset="0"/>
                <a:cs typeface="Calibri" pitchFamily="34" charset="0"/>
              </a:rPr>
              <a:t>Initiative Description: </a:t>
            </a:r>
          </a:p>
          <a:p>
            <a:pPr marL="166688" lvl="0" indent="-166688" algn="just" defTabSz="914400" eaLnBrk="1" fontAlgn="base" hangingPunct="1">
              <a:spcBef>
                <a:spcPct val="15000"/>
              </a:spcBef>
              <a:spcAft>
                <a:spcPct val="15000"/>
              </a:spcAft>
              <a:buClr>
                <a:srgbClr val="006699"/>
              </a:buClr>
              <a:buFont typeface="Wingdings" pitchFamily="2" charset="2"/>
              <a:buChar char="§"/>
              <a:defRPr/>
            </a:pPr>
            <a:r>
              <a:rPr lang="en-US" sz="1600" kern="1200" dirty="0">
                <a:solidFill>
                  <a:srgbClr val="58585A"/>
                </a:solidFill>
                <a:latin typeface="Calibri" pitchFamily="34" charset="0"/>
                <a:cs typeface="Calibri" pitchFamily="34" charset="0"/>
              </a:rPr>
              <a:t>We need </a:t>
            </a:r>
            <a:r>
              <a:rPr lang="en-US" sz="1600" kern="1200" dirty="0" smtClean="0">
                <a:solidFill>
                  <a:srgbClr val="58585A"/>
                </a:solidFill>
                <a:latin typeface="Calibri" pitchFamily="34" charset="0"/>
                <a:cs typeface="Calibri" pitchFamily="34" charset="0"/>
              </a:rPr>
              <a:t>a tool for monitoring performance of Huawei nodes in </a:t>
            </a:r>
            <a:r>
              <a:rPr lang="en-US" sz="1600" kern="1200" dirty="0" err="1" smtClean="0">
                <a:solidFill>
                  <a:srgbClr val="58585A"/>
                </a:solidFill>
                <a:latin typeface="Calibri" pitchFamily="34" charset="0"/>
                <a:cs typeface="Calibri" pitchFamily="34" charset="0"/>
              </a:rPr>
              <a:t>Telcel</a:t>
            </a:r>
            <a:r>
              <a:rPr lang="en-US" sz="1600" kern="1200" dirty="0" smtClean="0">
                <a:solidFill>
                  <a:srgbClr val="58585A"/>
                </a:solidFill>
                <a:latin typeface="Calibri" pitchFamily="34" charset="0"/>
                <a:cs typeface="Calibri" pitchFamily="34" charset="0"/>
              </a:rPr>
              <a:t> Network.</a:t>
            </a:r>
            <a:endParaRPr lang="en-US" sz="1600" kern="1200" dirty="0">
              <a:solidFill>
                <a:srgbClr val="58585A"/>
              </a:solidFill>
              <a:latin typeface="Calibri" pitchFamily="34" charset="0"/>
              <a:cs typeface="Calibri" pitchFamily="34" charset="0"/>
            </a:endParaRPr>
          </a:p>
          <a:p>
            <a:pPr marL="166688" lvl="0" indent="-166688" algn="just" defTabSz="914400" eaLnBrk="1" fontAlgn="base" hangingPunct="1">
              <a:spcBef>
                <a:spcPct val="15000"/>
              </a:spcBef>
              <a:spcAft>
                <a:spcPct val="15000"/>
              </a:spcAft>
              <a:buClr>
                <a:srgbClr val="006699"/>
              </a:buClr>
              <a:buFont typeface="Wingdings" pitchFamily="2" charset="2"/>
              <a:buChar char="§"/>
              <a:defRPr/>
            </a:pPr>
            <a:r>
              <a:rPr lang="en-US" sz="1600" kern="1200" dirty="0">
                <a:solidFill>
                  <a:srgbClr val="58585A"/>
                </a:solidFill>
                <a:latin typeface="Calibri" pitchFamily="34" charset="0"/>
                <a:cs typeface="Calibri" pitchFamily="34" charset="0"/>
              </a:rPr>
              <a:t>We also need to have a </a:t>
            </a:r>
            <a:r>
              <a:rPr lang="en-US" sz="1600" kern="1200" dirty="0" smtClean="0">
                <a:solidFill>
                  <a:srgbClr val="58585A"/>
                </a:solidFill>
                <a:latin typeface="Calibri" pitchFamily="34" charset="0"/>
                <a:cs typeface="Calibri" pitchFamily="34" charset="0"/>
              </a:rPr>
              <a:t>database </a:t>
            </a:r>
            <a:r>
              <a:rPr lang="en-US" sz="1600" kern="1200" dirty="0">
                <a:solidFill>
                  <a:srgbClr val="58585A"/>
                </a:solidFill>
                <a:latin typeface="Calibri" pitchFamily="34" charset="0"/>
                <a:cs typeface="Calibri" pitchFamily="34" charset="0"/>
              </a:rPr>
              <a:t>unified for all </a:t>
            </a:r>
            <a:r>
              <a:rPr lang="en-US" sz="1600" kern="1200" dirty="0" smtClean="0">
                <a:solidFill>
                  <a:srgbClr val="58585A"/>
                </a:solidFill>
                <a:latin typeface="Calibri" pitchFamily="34" charset="0"/>
                <a:cs typeface="Calibri" pitchFamily="34" charset="0"/>
              </a:rPr>
              <a:t>vendors, </a:t>
            </a:r>
            <a:r>
              <a:rPr lang="en-US" sz="1600" kern="1200" dirty="0">
                <a:solidFill>
                  <a:srgbClr val="58585A"/>
                </a:solidFill>
                <a:latin typeface="Calibri" pitchFamily="34" charset="0"/>
                <a:cs typeface="Calibri" pitchFamily="34" charset="0"/>
              </a:rPr>
              <a:t>what needs to be easy to access and centralized</a:t>
            </a:r>
            <a:r>
              <a:rPr lang="en-US" sz="1600" kern="1200" dirty="0" smtClean="0">
                <a:solidFill>
                  <a:srgbClr val="58585A"/>
                </a:solidFill>
                <a:latin typeface="Calibri" pitchFamily="34" charset="0"/>
                <a:cs typeface="Calibri" pitchFamily="34" charset="0"/>
              </a:rPr>
              <a:t>.</a:t>
            </a:r>
          </a:p>
          <a:p>
            <a:pPr marL="166688" indent="-166688" algn="just" defTabSz="914400" fontAlgn="base" hangingPunct="1">
              <a:spcBef>
                <a:spcPct val="15000"/>
              </a:spcBef>
              <a:spcAft>
                <a:spcPct val="15000"/>
              </a:spcAft>
              <a:buClr>
                <a:srgbClr val="006699"/>
              </a:buClr>
              <a:buFont typeface="Wingdings" pitchFamily="2" charset="2"/>
              <a:buChar char="§"/>
              <a:defRPr/>
            </a:pPr>
            <a:r>
              <a:rPr lang="en-US" sz="1600" kern="1200" dirty="0">
                <a:solidFill>
                  <a:srgbClr val="58585A"/>
                </a:solidFill>
                <a:latin typeface="Calibri" pitchFamily="34" charset="0"/>
                <a:cs typeface="Calibri" pitchFamily="34" charset="0"/>
              </a:rPr>
              <a:t>We also need to have </a:t>
            </a:r>
            <a:r>
              <a:rPr lang="en-US" sz="1600" kern="1200" dirty="0" smtClean="0">
                <a:solidFill>
                  <a:srgbClr val="58585A"/>
                </a:solidFill>
                <a:latin typeface="Calibri" pitchFamily="34" charset="0"/>
                <a:cs typeface="Calibri" pitchFamily="34" charset="0"/>
              </a:rPr>
              <a:t>OPM modules and reports working for Huawei files.</a:t>
            </a:r>
          </a:p>
          <a:p>
            <a:pPr marL="166688" indent="-166688" algn="just" defTabSz="914400" fontAlgn="base" hangingPunct="1">
              <a:spcBef>
                <a:spcPct val="15000"/>
              </a:spcBef>
              <a:spcAft>
                <a:spcPct val="15000"/>
              </a:spcAft>
              <a:buClr>
                <a:srgbClr val="006699"/>
              </a:buClr>
              <a:buFont typeface="Wingdings" pitchFamily="2" charset="2"/>
              <a:buChar char="§"/>
              <a:defRPr/>
            </a:pPr>
            <a:r>
              <a:rPr lang="en-US" sz="1600" kern="1200" dirty="0" smtClean="0">
                <a:solidFill>
                  <a:srgbClr val="58585A"/>
                </a:solidFill>
                <a:latin typeface="Calibri" pitchFamily="34" charset="0"/>
                <a:cs typeface="Calibri" pitchFamily="34" charset="0"/>
              </a:rPr>
              <a:t>The metrics has to be showed in less than 10 minutes in GUI with all vendors.</a:t>
            </a:r>
          </a:p>
          <a:p>
            <a:pPr algn="just" defTabSz="914400" fontAlgn="base" hangingPunct="1">
              <a:spcBef>
                <a:spcPct val="15000"/>
              </a:spcBef>
              <a:spcAft>
                <a:spcPct val="15000"/>
              </a:spcAft>
              <a:buClr>
                <a:srgbClr val="006699"/>
              </a:buClr>
              <a:defRPr/>
            </a:pP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p:txBody>
      </p:sp>
      <p:sp>
        <p:nvSpPr>
          <p:cNvPr id="159" name="Rectangle 60"/>
          <p:cNvSpPr>
            <a:spLocks noChangeArrowheads="1"/>
          </p:cNvSpPr>
          <p:nvPr/>
        </p:nvSpPr>
        <p:spPr bwMode="gray">
          <a:xfrm>
            <a:off x="2753644" y="5215956"/>
            <a:ext cx="13669016" cy="277683"/>
          </a:xfrm>
          <a:prstGeom prst="rect">
            <a:avLst/>
          </a:prstGeom>
          <a:solidFill>
            <a:srgbClr val="B1B3B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endParaRPr kumimoji="0" lang="en-US" sz="5400" b="0" i="0" u="none" strike="noStrike" kern="1200" cap="none" spc="0" normalizeH="0" baseline="0" noProof="0" smtClean="0">
              <a:ln>
                <a:noFill/>
              </a:ln>
              <a:solidFill>
                <a:srgbClr val="FFFFFF"/>
              </a:solidFill>
              <a:effectLst/>
              <a:uLnTx/>
              <a:uFillTx/>
              <a:latin typeface="Calibri" pitchFamily="34" charset="0"/>
              <a:cs typeface="Calibri" pitchFamily="34" charset="0"/>
            </a:endParaRPr>
          </a:p>
        </p:txBody>
      </p:sp>
      <p:sp>
        <p:nvSpPr>
          <p:cNvPr id="160" name="Text Box 77"/>
          <p:cNvSpPr txBox="1">
            <a:spLocks noChangeArrowheads="1"/>
          </p:cNvSpPr>
          <p:nvPr/>
        </p:nvSpPr>
        <p:spPr bwMode="auto">
          <a:xfrm>
            <a:off x="2590877" y="4641216"/>
            <a:ext cx="248558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000" b="1" i="0" u="none" strike="noStrike" kern="1200" cap="none" spc="0" normalizeH="0" baseline="0" noProof="0">
                <a:ln>
                  <a:noFill/>
                </a:ln>
                <a:solidFill>
                  <a:srgbClr val="58585A"/>
                </a:solidFill>
                <a:effectLst/>
                <a:uLnTx/>
                <a:uFillTx/>
                <a:latin typeface="Calibri" pitchFamily="34" charset="0"/>
                <a:cs typeface="Calibri" pitchFamily="34" charset="0"/>
              </a:rPr>
              <a:t>Actual/Estimated</a:t>
            </a:r>
          </a:p>
        </p:txBody>
      </p:sp>
      <p:sp>
        <p:nvSpPr>
          <p:cNvPr id="161" name="Text Box 49"/>
          <p:cNvSpPr txBox="1">
            <a:spLocks noChangeArrowheads="1"/>
          </p:cNvSpPr>
          <p:nvPr/>
        </p:nvSpPr>
        <p:spPr bwMode="gray">
          <a:xfrm>
            <a:off x="2909629" y="2291207"/>
            <a:ext cx="3004403" cy="49244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3200" b="1" i="0" u="none" strike="noStrike" kern="1200" cap="none" spc="0" normalizeH="0" baseline="0" noProof="0" dirty="0">
                <a:ln>
                  <a:noFill/>
                </a:ln>
                <a:solidFill>
                  <a:srgbClr val="006699"/>
                </a:solidFill>
                <a:effectLst/>
                <a:uLnTx/>
                <a:uFillTx/>
                <a:latin typeface="Calibri" pitchFamily="34" charset="0"/>
                <a:cs typeface="Calibri" pitchFamily="34" charset="0"/>
              </a:rPr>
              <a:t>Key Milestones </a:t>
            </a:r>
          </a:p>
        </p:txBody>
      </p:sp>
      <p:sp>
        <p:nvSpPr>
          <p:cNvPr id="162" name="Rectangle 60"/>
          <p:cNvSpPr>
            <a:spLocks noChangeArrowheads="1"/>
          </p:cNvSpPr>
          <p:nvPr/>
        </p:nvSpPr>
        <p:spPr bwMode="gray">
          <a:xfrm>
            <a:off x="2753644" y="3885659"/>
            <a:ext cx="13669016" cy="277683"/>
          </a:xfrm>
          <a:prstGeom prst="rect">
            <a:avLst/>
          </a:prstGeom>
          <a:solidFill>
            <a:srgbClr val="B1B3B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endParaRPr kumimoji="0" lang="en-US" sz="5400" b="0" i="0" u="none" strike="noStrike" kern="1200" cap="none" spc="0" normalizeH="0" baseline="0" noProof="0" smtClean="0">
              <a:ln>
                <a:noFill/>
              </a:ln>
              <a:solidFill>
                <a:srgbClr val="FFFFFF"/>
              </a:solidFill>
              <a:effectLst/>
              <a:uLnTx/>
              <a:uFillTx/>
              <a:latin typeface="Calibri" pitchFamily="34" charset="0"/>
              <a:cs typeface="Calibri" pitchFamily="34" charset="0"/>
            </a:endParaRPr>
          </a:p>
        </p:txBody>
      </p:sp>
      <p:sp>
        <p:nvSpPr>
          <p:cNvPr id="163" name="Oval 70"/>
          <p:cNvSpPr>
            <a:spLocks noChangeArrowheads="1"/>
          </p:cNvSpPr>
          <p:nvPr/>
        </p:nvSpPr>
        <p:spPr bwMode="gray">
          <a:xfrm>
            <a:off x="6495845" y="3711298"/>
            <a:ext cx="586637"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4</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164" name="Text Box 71"/>
          <p:cNvSpPr txBox="1">
            <a:spLocks noChangeArrowheads="1"/>
          </p:cNvSpPr>
          <p:nvPr/>
        </p:nvSpPr>
        <p:spPr bwMode="gray">
          <a:xfrm>
            <a:off x="10348736" y="4333858"/>
            <a:ext cx="990164"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kumimoji="0" lang="en-US" sz="2000" b="0" i="0" u="none" strike="noStrike" kern="1200" cap="none" spc="0" normalizeH="0" baseline="0" noProof="0" dirty="0" err="1" smtClean="0">
                <a:ln>
                  <a:noFill/>
                </a:ln>
                <a:solidFill>
                  <a:srgbClr val="58585A"/>
                </a:solidFill>
                <a:effectLst/>
                <a:uLnTx/>
                <a:uFillTx/>
                <a:latin typeface="Calibri" pitchFamily="34" charset="0"/>
                <a:cs typeface="Calibri" pitchFamily="34" charset="0"/>
              </a:rPr>
              <a:t>jun</a:t>
            </a:r>
            <a:r>
              <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 </a:t>
            </a:r>
          </a:p>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noProof="0" dirty="0" smtClean="0">
                <a:solidFill>
                  <a:srgbClr val="58585A"/>
                </a:solidFill>
                <a:latin typeface="Calibri" pitchFamily="34" charset="0"/>
                <a:cs typeface="Calibri" pitchFamily="34" charset="0"/>
              </a:rPr>
              <a:t>19</a:t>
            </a: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p:txBody>
      </p:sp>
      <p:sp>
        <p:nvSpPr>
          <p:cNvPr id="165" name="Text Box 77"/>
          <p:cNvSpPr txBox="1">
            <a:spLocks noChangeArrowheads="1"/>
          </p:cNvSpPr>
          <p:nvPr/>
        </p:nvSpPr>
        <p:spPr bwMode="auto">
          <a:xfrm>
            <a:off x="2594269" y="3349666"/>
            <a:ext cx="19430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000" b="1" i="0" u="none" strike="noStrike" kern="1200" cap="none" spc="0" normalizeH="0" baseline="0" noProof="0">
                <a:ln>
                  <a:noFill/>
                </a:ln>
                <a:solidFill>
                  <a:srgbClr val="58585A"/>
                </a:solidFill>
                <a:effectLst/>
                <a:uLnTx/>
                <a:uFillTx/>
                <a:latin typeface="Calibri" pitchFamily="34" charset="0"/>
                <a:cs typeface="Calibri" pitchFamily="34" charset="0"/>
              </a:rPr>
              <a:t>Planned</a:t>
            </a:r>
          </a:p>
        </p:txBody>
      </p:sp>
      <p:sp>
        <p:nvSpPr>
          <p:cNvPr id="166" name="Oval 70"/>
          <p:cNvSpPr>
            <a:spLocks noChangeArrowheads="1"/>
          </p:cNvSpPr>
          <p:nvPr/>
        </p:nvSpPr>
        <p:spPr bwMode="gray">
          <a:xfrm>
            <a:off x="4365335" y="3711298"/>
            <a:ext cx="586637"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rPr>
              <a:t>2</a:t>
            </a:r>
          </a:p>
        </p:txBody>
      </p:sp>
      <p:sp>
        <p:nvSpPr>
          <p:cNvPr id="167" name="Text Box 71"/>
          <p:cNvSpPr txBox="1">
            <a:spLocks noChangeArrowheads="1"/>
          </p:cNvSpPr>
          <p:nvPr/>
        </p:nvSpPr>
        <p:spPr bwMode="gray">
          <a:xfrm>
            <a:off x="6339860" y="4333858"/>
            <a:ext cx="990164"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May</a:t>
            </a: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a:p>
            <a:pPr marL="0" marR="0" lvl="0" indent="0" algn="ctr" defTabSz="914400" eaLnBrk="1" fontAlgn="base" latinLnBrk="0" hangingPunct="1">
              <a:lnSpc>
                <a:spcPct val="50000"/>
              </a:lnSpc>
              <a:spcBef>
                <a:spcPct val="25000"/>
              </a:spcBef>
              <a:spcAft>
                <a:spcPct val="0"/>
              </a:spcAft>
              <a:buClrTx/>
              <a:buSzTx/>
              <a:buFontTx/>
              <a:buNone/>
              <a:tabLst/>
              <a:defRPr/>
            </a:pPr>
            <a:r>
              <a:rPr lang="pt-BR" sz="2000" kern="1200" dirty="0" smtClean="0">
                <a:solidFill>
                  <a:srgbClr val="58585A"/>
                </a:solidFill>
                <a:latin typeface="Calibri" pitchFamily="34" charset="0"/>
                <a:cs typeface="Calibri" pitchFamily="34" charset="0"/>
              </a:rPr>
              <a:t>08</a:t>
            </a: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p:txBody>
      </p:sp>
      <p:sp>
        <p:nvSpPr>
          <p:cNvPr id="169" name="Text Box 71"/>
          <p:cNvSpPr txBox="1">
            <a:spLocks noChangeArrowheads="1"/>
          </p:cNvSpPr>
          <p:nvPr/>
        </p:nvSpPr>
        <p:spPr bwMode="gray">
          <a:xfrm>
            <a:off x="2866327" y="4333858"/>
            <a:ext cx="990164"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smtClean="0">
                <a:solidFill>
                  <a:srgbClr val="58585A"/>
                </a:solidFill>
                <a:latin typeface="Calibri" pitchFamily="34" charset="0"/>
                <a:cs typeface="Calibri" pitchFamily="34" charset="0"/>
              </a:rPr>
              <a:t>Apr</a:t>
            </a:r>
          </a:p>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noProof="0" dirty="0" smtClean="0">
                <a:solidFill>
                  <a:srgbClr val="58585A"/>
                </a:solidFill>
                <a:latin typeface="Calibri" pitchFamily="34" charset="0"/>
                <a:cs typeface="Calibri" pitchFamily="34" charset="0"/>
              </a:rPr>
              <a:t>30</a:t>
            </a: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p:txBody>
      </p:sp>
      <p:sp>
        <p:nvSpPr>
          <p:cNvPr id="170" name="Oval 70"/>
          <p:cNvSpPr>
            <a:spLocks noChangeArrowheads="1"/>
          </p:cNvSpPr>
          <p:nvPr/>
        </p:nvSpPr>
        <p:spPr bwMode="gray">
          <a:xfrm>
            <a:off x="3056222" y="3711298"/>
            <a:ext cx="586640"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rPr>
              <a:t>1</a:t>
            </a:r>
          </a:p>
        </p:txBody>
      </p:sp>
      <p:sp>
        <p:nvSpPr>
          <p:cNvPr id="172" name="Rectangle 5"/>
          <p:cNvSpPr>
            <a:spLocks noChangeArrowheads="1"/>
          </p:cNvSpPr>
          <p:nvPr/>
        </p:nvSpPr>
        <p:spPr bwMode="gray">
          <a:xfrm>
            <a:off x="4269410" y="2884708"/>
            <a:ext cx="1485246"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noProof="0" dirty="0" smtClean="0">
                <a:solidFill>
                  <a:srgbClr val="FFFFFF"/>
                </a:solidFill>
                <a:latin typeface="Calibri" pitchFamily="34" charset="0"/>
                <a:cs typeface="Calibri" pitchFamily="34" charset="0"/>
              </a:rPr>
              <a:t>W2</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 2018</a:t>
            </a:r>
          </a:p>
        </p:txBody>
      </p:sp>
      <p:sp>
        <p:nvSpPr>
          <p:cNvPr id="173" name="Rectangle 5"/>
          <p:cNvSpPr>
            <a:spLocks noChangeArrowheads="1"/>
          </p:cNvSpPr>
          <p:nvPr/>
        </p:nvSpPr>
        <p:spPr bwMode="gray">
          <a:xfrm>
            <a:off x="5781784" y="2884708"/>
            <a:ext cx="1485246"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dirty="0" smtClean="0">
                <a:solidFill>
                  <a:srgbClr val="FFFFFF"/>
                </a:solidFill>
                <a:latin typeface="Calibri" pitchFamily="34" charset="0"/>
                <a:cs typeface="Calibri" pitchFamily="34" charset="0"/>
              </a:rPr>
              <a:t>W3</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 2018</a:t>
            </a:r>
          </a:p>
        </p:txBody>
      </p:sp>
      <p:sp>
        <p:nvSpPr>
          <p:cNvPr id="174" name="Rectangle 5"/>
          <p:cNvSpPr>
            <a:spLocks noChangeArrowheads="1"/>
          </p:cNvSpPr>
          <p:nvPr/>
        </p:nvSpPr>
        <p:spPr bwMode="gray">
          <a:xfrm>
            <a:off x="7294159" y="2884708"/>
            <a:ext cx="1485246"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dirty="0" smtClean="0">
                <a:solidFill>
                  <a:srgbClr val="FFFFFF"/>
                </a:solidFill>
                <a:latin typeface="Calibri" pitchFamily="34" charset="0"/>
                <a:cs typeface="Calibri" pitchFamily="34" charset="0"/>
              </a:rPr>
              <a:t>W4 </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2018</a:t>
            </a:r>
          </a:p>
        </p:txBody>
      </p:sp>
      <p:sp>
        <p:nvSpPr>
          <p:cNvPr id="175" name="Rectangle 5"/>
          <p:cNvSpPr>
            <a:spLocks noChangeArrowheads="1"/>
          </p:cNvSpPr>
          <p:nvPr/>
        </p:nvSpPr>
        <p:spPr bwMode="gray">
          <a:xfrm>
            <a:off x="8806533" y="2884708"/>
            <a:ext cx="1485246"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dirty="0" smtClean="0">
                <a:solidFill>
                  <a:srgbClr val="FFFFFF"/>
                </a:solidFill>
                <a:latin typeface="Calibri" pitchFamily="34" charset="0"/>
                <a:cs typeface="Calibri" pitchFamily="34" charset="0"/>
              </a:rPr>
              <a:t>W8 </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2018</a:t>
            </a:r>
          </a:p>
        </p:txBody>
      </p:sp>
      <p:sp>
        <p:nvSpPr>
          <p:cNvPr id="176" name="Rectangle 5"/>
          <p:cNvSpPr>
            <a:spLocks noChangeArrowheads="1"/>
          </p:cNvSpPr>
          <p:nvPr/>
        </p:nvSpPr>
        <p:spPr bwMode="gray">
          <a:xfrm>
            <a:off x="10315515" y="2884708"/>
            <a:ext cx="1485246"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dirty="0" smtClean="0">
                <a:solidFill>
                  <a:srgbClr val="FFFFFF"/>
                </a:solidFill>
                <a:latin typeface="Calibri" pitchFamily="34" charset="0"/>
                <a:cs typeface="Calibri" pitchFamily="34" charset="0"/>
              </a:rPr>
              <a:t>W12</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 2018</a:t>
            </a:r>
          </a:p>
        </p:txBody>
      </p:sp>
      <p:sp>
        <p:nvSpPr>
          <p:cNvPr id="179" name="Rectangle 5"/>
          <p:cNvSpPr>
            <a:spLocks noChangeArrowheads="1"/>
          </p:cNvSpPr>
          <p:nvPr/>
        </p:nvSpPr>
        <p:spPr bwMode="gray">
          <a:xfrm>
            <a:off x="11827889" y="2884708"/>
            <a:ext cx="1481857"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dirty="0" smtClean="0">
                <a:solidFill>
                  <a:srgbClr val="FFFFFF"/>
                </a:solidFill>
                <a:latin typeface="Calibri" pitchFamily="34" charset="0"/>
                <a:cs typeface="Calibri" pitchFamily="34" charset="0"/>
              </a:rPr>
              <a:t>W13 </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2018</a:t>
            </a:r>
          </a:p>
        </p:txBody>
      </p:sp>
      <p:sp>
        <p:nvSpPr>
          <p:cNvPr id="180" name="Rectangle 5"/>
          <p:cNvSpPr>
            <a:spLocks noChangeArrowheads="1"/>
          </p:cNvSpPr>
          <p:nvPr/>
        </p:nvSpPr>
        <p:spPr bwMode="gray">
          <a:xfrm>
            <a:off x="13336874" y="2884708"/>
            <a:ext cx="1485246"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dirty="0" smtClean="0">
                <a:solidFill>
                  <a:srgbClr val="FFFFFF"/>
                </a:solidFill>
                <a:latin typeface="Calibri" pitchFamily="34" charset="0"/>
                <a:cs typeface="Calibri" pitchFamily="34" charset="0"/>
              </a:rPr>
              <a:t>W14</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 2018</a:t>
            </a:r>
          </a:p>
        </p:txBody>
      </p:sp>
      <p:sp>
        <p:nvSpPr>
          <p:cNvPr id="181" name="Rectangle 5"/>
          <p:cNvSpPr>
            <a:spLocks noChangeArrowheads="1"/>
          </p:cNvSpPr>
          <p:nvPr/>
        </p:nvSpPr>
        <p:spPr bwMode="gray">
          <a:xfrm>
            <a:off x="14849248" y="2884708"/>
            <a:ext cx="1485246"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dirty="0" smtClean="0">
                <a:solidFill>
                  <a:srgbClr val="FFFFFF"/>
                </a:solidFill>
                <a:latin typeface="Calibri" pitchFamily="34" charset="0"/>
                <a:cs typeface="Calibri" pitchFamily="34" charset="0"/>
              </a:rPr>
              <a:t>W15</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 2018</a:t>
            </a:r>
          </a:p>
        </p:txBody>
      </p:sp>
      <p:sp>
        <p:nvSpPr>
          <p:cNvPr id="182" name="Rectangle 23"/>
          <p:cNvSpPr>
            <a:spLocks noChangeArrowheads="1"/>
          </p:cNvSpPr>
          <p:nvPr/>
        </p:nvSpPr>
        <p:spPr bwMode="gray">
          <a:xfrm>
            <a:off x="10552879" y="6017331"/>
            <a:ext cx="5933619" cy="1278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base" latinLnBrk="0" hangingPunct="1">
              <a:lnSpc>
                <a:spcPct val="100000"/>
              </a:lnSpc>
              <a:spcBef>
                <a:spcPct val="15000"/>
              </a:spcBef>
              <a:spcAft>
                <a:spcPct val="15000"/>
              </a:spcAft>
              <a:buClrTx/>
              <a:buSzTx/>
              <a:buFontTx/>
              <a:buNone/>
              <a:tabLst>
                <a:tab pos="166688" algn="l"/>
              </a:tabLst>
              <a:defRPr/>
            </a:pPr>
            <a:r>
              <a:rPr kumimoji="0" lang="en-US" sz="2000" b="0" i="0" u="none" kern="1200" cap="none" spc="0" normalizeH="0" baseline="0" noProof="0" dirty="0" smtClean="0">
                <a:ln>
                  <a:noFill/>
                </a:ln>
                <a:solidFill>
                  <a:srgbClr val="58585A"/>
                </a:solidFill>
                <a:effectLst/>
                <a:uLnTx/>
                <a:uFillTx/>
                <a:latin typeface="Calibri" pitchFamily="34" charset="0"/>
                <a:cs typeface="Calibri" pitchFamily="34" charset="0"/>
              </a:rPr>
              <a:t>4.</a:t>
            </a:r>
            <a:r>
              <a:rPr kumimoji="0" lang="en-US" sz="2000" b="0" i="0" u="none" kern="1200" cap="none" spc="0" normalizeH="0" noProof="0" dirty="0" smtClean="0">
                <a:ln>
                  <a:noFill/>
                </a:ln>
                <a:solidFill>
                  <a:srgbClr val="58585A"/>
                </a:solidFill>
                <a:effectLst/>
                <a:uLnTx/>
                <a:uFillTx/>
                <a:latin typeface="Calibri" pitchFamily="34" charset="0"/>
                <a:cs typeface="Calibri" pitchFamily="34" charset="0"/>
              </a:rPr>
              <a:t> Codification Ready</a:t>
            </a:r>
          </a:p>
          <a:p>
            <a:pPr marL="0" marR="0" lvl="0" indent="0" defTabSz="914400" eaLnBrk="1" fontAlgn="base" latinLnBrk="0" hangingPunct="1">
              <a:lnSpc>
                <a:spcPct val="100000"/>
              </a:lnSpc>
              <a:spcBef>
                <a:spcPct val="15000"/>
              </a:spcBef>
              <a:spcAft>
                <a:spcPct val="15000"/>
              </a:spcAft>
              <a:buClrTx/>
              <a:buSzTx/>
              <a:buFontTx/>
              <a:buNone/>
              <a:tabLst>
                <a:tab pos="166688" algn="l"/>
              </a:tabLst>
              <a:defRPr/>
            </a:pPr>
            <a:r>
              <a:rPr lang="en-US" sz="2000" kern="1200" baseline="0" dirty="0" smtClean="0">
                <a:solidFill>
                  <a:srgbClr val="58585A"/>
                </a:solidFill>
                <a:latin typeface="Calibri" pitchFamily="34" charset="0"/>
                <a:cs typeface="Calibri" pitchFamily="34" charset="0"/>
              </a:rPr>
              <a:t>5.</a:t>
            </a:r>
            <a:r>
              <a:rPr lang="en-US" sz="2000" kern="1200" dirty="0" smtClean="0">
                <a:solidFill>
                  <a:srgbClr val="58585A"/>
                </a:solidFill>
                <a:latin typeface="Calibri" pitchFamily="34" charset="0"/>
                <a:cs typeface="Calibri" pitchFamily="34" charset="0"/>
              </a:rPr>
              <a:t> Development Tests Ready</a:t>
            </a:r>
          </a:p>
          <a:p>
            <a:pPr marL="0" marR="0" lvl="0" indent="0" defTabSz="914400" eaLnBrk="1" fontAlgn="base" latinLnBrk="0" hangingPunct="1">
              <a:lnSpc>
                <a:spcPct val="100000"/>
              </a:lnSpc>
              <a:spcBef>
                <a:spcPct val="15000"/>
              </a:spcBef>
              <a:spcAft>
                <a:spcPct val="15000"/>
              </a:spcAft>
              <a:buClrTx/>
              <a:buSzTx/>
              <a:buFontTx/>
              <a:buNone/>
              <a:tabLst>
                <a:tab pos="166688" algn="l"/>
              </a:tabLst>
              <a:defRPr/>
            </a:pPr>
            <a:r>
              <a:rPr kumimoji="0" lang="en-US" sz="2000" b="0" i="0" u="none" kern="1200" cap="none" spc="0" normalizeH="0" baseline="0" noProof="0" dirty="0" smtClean="0">
                <a:ln>
                  <a:noFill/>
                </a:ln>
                <a:solidFill>
                  <a:srgbClr val="58585A"/>
                </a:solidFill>
                <a:effectLst/>
                <a:uLnTx/>
                <a:uFillTx/>
                <a:latin typeface="Calibri" pitchFamily="34" charset="0"/>
                <a:cs typeface="Calibri" pitchFamily="34" charset="0"/>
              </a:rPr>
              <a:t>6.</a:t>
            </a:r>
            <a:r>
              <a:rPr kumimoji="0" lang="en-US" sz="2000" b="0" i="0" u="none" kern="1200" cap="none" spc="0" normalizeH="0" noProof="0" dirty="0" smtClean="0">
                <a:ln>
                  <a:noFill/>
                </a:ln>
                <a:solidFill>
                  <a:srgbClr val="58585A"/>
                </a:solidFill>
                <a:effectLst/>
                <a:uLnTx/>
                <a:uFillTx/>
                <a:latin typeface="Calibri" pitchFamily="34" charset="0"/>
                <a:cs typeface="Calibri" pitchFamily="34" charset="0"/>
              </a:rPr>
              <a:t> Alpha version test at local server and ECOSS#4</a:t>
            </a:r>
          </a:p>
          <a:p>
            <a:pPr marL="0" marR="0" lvl="0" indent="0" defTabSz="914400" eaLnBrk="1" fontAlgn="base" latinLnBrk="0" hangingPunct="1">
              <a:lnSpc>
                <a:spcPct val="100000"/>
              </a:lnSpc>
              <a:spcBef>
                <a:spcPct val="15000"/>
              </a:spcBef>
              <a:spcAft>
                <a:spcPct val="15000"/>
              </a:spcAft>
              <a:buClrTx/>
              <a:buSzTx/>
              <a:buFontTx/>
              <a:buNone/>
              <a:tabLst>
                <a:tab pos="166688" algn="l"/>
              </a:tabLst>
              <a:defRPr/>
            </a:pPr>
            <a:r>
              <a:rPr lang="en-US" sz="2000" kern="1200" baseline="0" dirty="0" smtClean="0">
                <a:solidFill>
                  <a:srgbClr val="58585A"/>
                </a:solidFill>
                <a:latin typeface="Calibri" pitchFamily="34" charset="0"/>
                <a:cs typeface="Calibri" pitchFamily="34" charset="0"/>
              </a:rPr>
              <a:t>7.</a:t>
            </a:r>
            <a:r>
              <a:rPr lang="en-US" sz="2000" kern="1200" dirty="0" smtClean="0">
                <a:solidFill>
                  <a:srgbClr val="58585A"/>
                </a:solidFill>
                <a:latin typeface="Calibri" pitchFamily="34" charset="0"/>
                <a:cs typeface="Calibri" pitchFamily="34" charset="0"/>
              </a:rPr>
              <a:t> Debug and Improvements + REV A launch</a:t>
            </a:r>
            <a:endParaRPr kumimoji="0" lang="en-US" sz="2000" b="0" i="0" u="none" kern="1200" cap="none" spc="0" normalizeH="0" baseline="0" noProof="0" dirty="0" smtClean="0">
              <a:ln>
                <a:noFill/>
              </a:ln>
              <a:solidFill>
                <a:srgbClr val="58585A"/>
              </a:solidFill>
              <a:effectLst/>
              <a:uLnTx/>
              <a:uFillTx/>
              <a:latin typeface="Calibri" pitchFamily="34" charset="0"/>
              <a:cs typeface="Calibri" pitchFamily="34" charset="0"/>
            </a:endParaRPr>
          </a:p>
        </p:txBody>
      </p:sp>
      <p:sp>
        <p:nvSpPr>
          <p:cNvPr id="183" name="Rectangle 5"/>
          <p:cNvSpPr>
            <a:spLocks noChangeArrowheads="1"/>
          </p:cNvSpPr>
          <p:nvPr/>
        </p:nvSpPr>
        <p:spPr bwMode="gray">
          <a:xfrm>
            <a:off x="2757036" y="2884708"/>
            <a:ext cx="1485246"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noProof="0" dirty="0" smtClean="0">
                <a:solidFill>
                  <a:srgbClr val="FFFFFF"/>
                </a:solidFill>
                <a:latin typeface="Calibri" pitchFamily="34" charset="0"/>
                <a:cs typeface="Calibri" pitchFamily="34" charset="0"/>
              </a:rPr>
              <a:t>W1</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 2018</a:t>
            </a:r>
          </a:p>
        </p:txBody>
      </p:sp>
      <p:sp>
        <p:nvSpPr>
          <p:cNvPr id="185" name="Oval 61"/>
          <p:cNvSpPr>
            <a:spLocks noChangeArrowheads="1"/>
          </p:cNvSpPr>
          <p:nvPr/>
        </p:nvSpPr>
        <p:spPr bwMode="gray">
          <a:xfrm>
            <a:off x="10494549" y="3711298"/>
            <a:ext cx="586637"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5</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186" name="Oval 61"/>
          <p:cNvSpPr>
            <a:spLocks noChangeArrowheads="1"/>
          </p:cNvSpPr>
          <p:nvPr/>
        </p:nvSpPr>
        <p:spPr bwMode="gray">
          <a:xfrm>
            <a:off x="12151301" y="3711298"/>
            <a:ext cx="586637"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sz="24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6</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187" name="Text Box 71"/>
          <p:cNvSpPr txBox="1">
            <a:spLocks noChangeArrowheads="1"/>
          </p:cNvSpPr>
          <p:nvPr/>
        </p:nvSpPr>
        <p:spPr bwMode="gray">
          <a:xfrm>
            <a:off x="13595685" y="4333858"/>
            <a:ext cx="990164"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smtClean="0">
                <a:solidFill>
                  <a:srgbClr val="58585A"/>
                </a:solidFill>
                <a:latin typeface="Calibri" pitchFamily="34" charset="0"/>
                <a:cs typeface="Calibri" pitchFamily="34" charset="0"/>
              </a:rPr>
              <a:t>Jul</a:t>
            </a:r>
          </a:p>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a:solidFill>
                  <a:srgbClr val="58585A"/>
                </a:solidFill>
                <a:latin typeface="Calibri" pitchFamily="34" charset="0"/>
                <a:cs typeface="Calibri" pitchFamily="34" charset="0"/>
              </a:rPr>
              <a:t>1</a:t>
            </a:r>
            <a:r>
              <a:rPr lang="en-US" sz="2000" kern="1200" dirty="0" smtClean="0">
                <a:solidFill>
                  <a:srgbClr val="58585A"/>
                </a:solidFill>
                <a:latin typeface="Calibri" pitchFamily="34" charset="0"/>
                <a:cs typeface="Calibri" pitchFamily="34" charset="0"/>
              </a:rPr>
              <a:t>0</a:t>
            </a: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p:txBody>
      </p:sp>
      <p:sp>
        <p:nvSpPr>
          <p:cNvPr id="188" name="Rectangle 26"/>
          <p:cNvSpPr>
            <a:spLocks noChangeArrowheads="1"/>
          </p:cNvSpPr>
          <p:nvPr/>
        </p:nvSpPr>
        <p:spPr bwMode="gray">
          <a:xfrm>
            <a:off x="2521762" y="9997920"/>
            <a:ext cx="6826031" cy="2925361"/>
          </a:xfrm>
          <a:prstGeom prst="rect">
            <a:avLst/>
          </a:prstGeom>
          <a:solidFill>
            <a:srgbClr val="FFFFFF"/>
          </a:solidFill>
          <a:ln w="9525">
            <a:solidFill>
              <a:srgbClr val="0070C0"/>
            </a:solidFill>
            <a:miter lim="800000"/>
            <a:headEnd/>
            <a:tailEnd/>
          </a:ln>
        </p:spPr>
        <p:txBody>
          <a:bodyPr rIns="0"/>
          <a:lstStyle/>
          <a:p>
            <a:pPr marL="171450" marR="0" lvl="0" indent="-171450" defTabSz="914400" eaLnBrk="1" fontAlgn="base" latinLnBrk="0" hangingPunct="1">
              <a:lnSpc>
                <a:spcPct val="100000"/>
              </a:lnSpc>
              <a:spcBef>
                <a:spcPct val="15000"/>
              </a:spcBef>
              <a:spcAft>
                <a:spcPct val="15000"/>
              </a:spcAft>
              <a:buClrTx/>
              <a:buSzTx/>
              <a:buFontTx/>
              <a:buNone/>
              <a:tabLst/>
              <a:defRPr/>
            </a:pPr>
            <a:r>
              <a:rPr kumimoji="0" lang="en-US" sz="2400" b="1" i="0" u="none" strike="noStrike" kern="1200" cap="none" spc="0" normalizeH="0" baseline="0" noProof="0" dirty="0" smtClean="0">
                <a:ln>
                  <a:noFill/>
                </a:ln>
                <a:solidFill>
                  <a:srgbClr val="58585A"/>
                </a:solidFill>
                <a:effectLst/>
                <a:uLnTx/>
                <a:uFillTx/>
                <a:latin typeface="Calibri" pitchFamily="34" charset="0"/>
                <a:cs typeface="Calibri" pitchFamily="34" charset="0"/>
              </a:rPr>
              <a:t>3.	Is anything slowing the team down? </a:t>
            </a:r>
            <a:r>
              <a:rPr kumimoji="0" lang="en-US" sz="24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(Risks and Issues)</a:t>
            </a:r>
          </a:p>
          <a:p>
            <a:pPr marL="171450" marR="0" lvl="0" indent="-171450" defTabSz="914400" eaLnBrk="1" fontAlgn="base" latinLnBrk="0" hangingPunct="1">
              <a:lnSpc>
                <a:spcPct val="100000"/>
              </a:lnSpc>
              <a:spcBef>
                <a:spcPct val="15000"/>
              </a:spcBef>
              <a:spcAft>
                <a:spcPct val="15000"/>
              </a:spcAft>
              <a:buClr>
                <a:srgbClr val="006699"/>
              </a:buClr>
              <a:buSzTx/>
              <a:buFont typeface="Wingdings" pitchFamily="2" charset="2"/>
              <a:buChar char="§"/>
              <a:tabLst/>
              <a:defRPr/>
            </a:pPr>
            <a:r>
              <a:rPr lang="pt-BR" sz="1800" kern="1200" dirty="0" err="1" smtClean="0">
                <a:solidFill>
                  <a:srgbClr val="58585A"/>
                </a:solidFill>
                <a:latin typeface="Calibri" pitchFamily="34" charset="0"/>
                <a:cs typeface="Calibri" pitchFamily="34" charset="0"/>
              </a:rPr>
              <a:t>Client</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has</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to</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provide</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counters</a:t>
            </a:r>
            <a:r>
              <a:rPr lang="pt-BR" sz="1800" kern="1200" dirty="0" smtClean="0">
                <a:solidFill>
                  <a:srgbClr val="58585A"/>
                </a:solidFill>
                <a:latin typeface="Calibri" pitchFamily="34" charset="0"/>
                <a:cs typeface="Calibri" pitchFamily="34" charset="0"/>
              </a:rPr>
              <a:t> catalogue.</a:t>
            </a:r>
          </a:p>
          <a:p>
            <a:pPr marL="171450" marR="0" lvl="0" indent="-171450" defTabSz="914400" eaLnBrk="1" fontAlgn="base" latinLnBrk="0" hangingPunct="1">
              <a:lnSpc>
                <a:spcPct val="100000"/>
              </a:lnSpc>
              <a:spcBef>
                <a:spcPct val="15000"/>
              </a:spcBef>
              <a:spcAft>
                <a:spcPct val="15000"/>
              </a:spcAft>
              <a:buClr>
                <a:srgbClr val="006699"/>
              </a:buClr>
              <a:buSzTx/>
              <a:buFont typeface="Wingdings" pitchFamily="2" charset="2"/>
              <a:buChar char="§"/>
              <a:tabLst/>
              <a:defRPr/>
            </a:pPr>
            <a:endParaRPr lang="pt-BR" sz="1800" kern="1200" dirty="0" smtClean="0">
              <a:solidFill>
                <a:srgbClr val="58585A"/>
              </a:solidFill>
              <a:latin typeface="Calibri" pitchFamily="34" charset="0"/>
              <a:cs typeface="Calibri" pitchFamily="34" charset="0"/>
            </a:endParaRPr>
          </a:p>
        </p:txBody>
      </p:sp>
      <p:sp>
        <p:nvSpPr>
          <p:cNvPr id="189" name="Rectangle 27"/>
          <p:cNvSpPr>
            <a:spLocks noChangeArrowheads="1"/>
          </p:cNvSpPr>
          <p:nvPr/>
        </p:nvSpPr>
        <p:spPr bwMode="gray">
          <a:xfrm>
            <a:off x="9389964" y="9997917"/>
            <a:ext cx="7110687" cy="2925364"/>
          </a:xfrm>
          <a:prstGeom prst="rect">
            <a:avLst/>
          </a:prstGeom>
          <a:solidFill>
            <a:srgbClr val="FFFFFF"/>
          </a:solidFill>
          <a:ln w="9525">
            <a:solidFill>
              <a:srgbClr val="0070C0"/>
            </a:solidFill>
            <a:miter lim="800000"/>
            <a:headEnd/>
            <a:tailEnd/>
          </a:ln>
        </p:spPr>
        <p:txBody>
          <a:bodyPr/>
          <a:lstStyle/>
          <a:p>
            <a:pPr marL="166688" marR="0" lvl="0" indent="-166688" defTabSz="914400" eaLnBrk="1" fontAlgn="base" latinLnBrk="0" hangingPunct="1">
              <a:lnSpc>
                <a:spcPct val="100000"/>
              </a:lnSpc>
              <a:spcBef>
                <a:spcPct val="15000"/>
              </a:spcBef>
              <a:spcAft>
                <a:spcPct val="15000"/>
              </a:spcAft>
              <a:buClrTx/>
              <a:buSzTx/>
              <a:buFontTx/>
              <a:buNone/>
              <a:tabLst/>
              <a:defRPr/>
            </a:pPr>
            <a:r>
              <a:rPr kumimoji="0" lang="en-US" sz="2400" b="1" i="0" u="none" strike="noStrike" kern="1200" cap="none" spc="0" normalizeH="0" baseline="0" noProof="0" dirty="0" smtClean="0">
                <a:ln>
                  <a:noFill/>
                </a:ln>
                <a:solidFill>
                  <a:srgbClr val="58585A"/>
                </a:solidFill>
                <a:effectLst/>
                <a:uLnTx/>
                <a:uFillTx/>
                <a:latin typeface="Calibri" pitchFamily="34" charset="0"/>
                <a:cs typeface="Calibri" pitchFamily="34" charset="0"/>
              </a:rPr>
              <a:t>4.	What support is required from the Leaders? </a:t>
            </a:r>
            <a:r>
              <a:rPr kumimoji="0" lang="en-US" sz="24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(attention and action) </a:t>
            </a:r>
            <a:endParaRPr kumimoji="0" lang="en-US" sz="2400" b="0" i="0" u="none" strike="noStrike" kern="1200" cap="none" spc="0" normalizeH="0" baseline="0" noProof="0" dirty="0" smtClean="0">
              <a:ln>
                <a:noFill/>
              </a:ln>
              <a:solidFill>
                <a:srgbClr val="FF0000"/>
              </a:solidFill>
              <a:effectLst/>
              <a:uLnTx/>
              <a:uFillTx/>
              <a:latin typeface="Calibri" pitchFamily="34" charset="0"/>
              <a:cs typeface="Calibri" pitchFamily="34" charset="0"/>
            </a:endParaRPr>
          </a:p>
          <a:p>
            <a:pPr marL="166688" marR="0" lvl="0" indent="-166688" algn="just" defTabSz="914400" eaLnBrk="1" fontAlgn="base" latinLnBrk="0" hangingPunct="1">
              <a:lnSpc>
                <a:spcPct val="100000"/>
              </a:lnSpc>
              <a:spcBef>
                <a:spcPct val="15000"/>
              </a:spcBef>
              <a:spcAft>
                <a:spcPct val="15000"/>
              </a:spcAft>
              <a:buClr>
                <a:srgbClr val="006699"/>
              </a:buClr>
              <a:buSzTx/>
              <a:buFont typeface="Wingdings" pitchFamily="2" charset="2"/>
              <a:buChar char="§"/>
              <a:tabLst/>
              <a:defRPr/>
            </a:pPr>
            <a:r>
              <a:rPr lang="en-US" sz="1800" kern="1200" dirty="0" smtClean="0">
                <a:solidFill>
                  <a:srgbClr val="58585A"/>
                </a:solidFill>
                <a:latin typeface="Calibri" pitchFamily="34" charset="0"/>
                <a:cs typeface="Calibri" pitchFamily="34" charset="0"/>
              </a:rPr>
              <a:t>Get counters catalogue in time.</a:t>
            </a:r>
            <a:endParaRPr kumimoji="0" lang="en-US" sz="1800" b="0" i="0" u="none" strike="noStrike" kern="1200" cap="none" spc="0" normalizeH="0" noProof="0" dirty="0" smtClean="0">
              <a:ln>
                <a:noFill/>
              </a:ln>
              <a:solidFill>
                <a:srgbClr val="58585A"/>
              </a:solidFill>
              <a:effectLst/>
              <a:uLnTx/>
              <a:uFillTx/>
              <a:latin typeface="Calibri" pitchFamily="34" charset="0"/>
              <a:cs typeface="Calibri" pitchFamily="34" charset="0"/>
            </a:endParaRPr>
          </a:p>
          <a:p>
            <a:pPr marL="166688" marR="0" lvl="0" indent="-166688" algn="just" defTabSz="914400" eaLnBrk="1" fontAlgn="base" latinLnBrk="0" hangingPunct="1">
              <a:lnSpc>
                <a:spcPct val="100000"/>
              </a:lnSpc>
              <a:spcBef>
                <a:spcPct val="15000"/>
              </a:spcBef>
              <a:spcAft>
                <a:spcPct val="15000"/>
              </a:spcAft>
              <a:buClr>
                <a:srgbClr val="006699"/>
              </a:buClr>
              <a:buSzTx/>
              <a:buFont typeface="Wingdings" pitchFamily="2" charset="2"/>
              <a:buChar char="§"/>
              <a:tabLst/>
              <a:defRPr/>
            </a:pPr>
            <a:r>
              <a:rPr lang="en-US" sz="1800" kern="1200" noProof="0" dirty="0" smtClean="0">
                <a:solidFill>
                  <a:srgbClr val="58585A"/>
                </a:solidFill>
                <a:latin typeface="Calibri" pitchFamily="34" charset="0"/>
                <a:cs typeface="Calibri" pitchFamily="34" charset="0"/>
              </a:rPr>
              <a:t>Get support from external consultor to explain Huawei structure files.</a:t>
            </a:r>
          </a:p>
          <a:p>
            <a:pPr marL="166688" marR="0" lvl="0" indent="-166688" algn="just" defTabSz="914400" eaLnBrk="1" fontAlgn="base" latinLnBrk="0" hangingPunct="1">
              <a:lnSpc>
                <a:spcPct val="100000"/>
              </a:lnSpc>
              <a:spcBef>
                <a:spcPct val="15000"/>
              </a:spcBef>
              <a:spcAft>
                <a:spcPct val="15000"/>
              </a:spcAft>
              <a:buClr>
                <a:srgbClr val="006699"/>
              </a:buClr>
              <a:buSzTx/>
              <a:buFont typeface="Wingdings" pitchFamily="2" charset="2"/>
              <a:buChar char="§"/>
              <a:tabLst/>
              <a:defRPr/>
            </a:pPr>
            <a:r>
              <a:rPr kumimoji="0" lang="en-US" sz="1800" b="0" i="0" u="none" strike="noStrike" kern="1200" cap="none" spc="0" normalizeH="0" baseline="0" dirty="0" smtClean="0">
                <a:ln>
                  <a:noFill/>
                </a:ln>
                <a:solidFill>
                  <a:srgbClr val="58585A"/>
                </a:solidFill>
                <a:effectLst/>
                <a:uLnTx/>
                <a:uFillTx/>
                <a:latin typeface="Calibri" pitchFamily="34" charset="0"/>
                <a:cs typeface="Calibri" pitchFamily="34" charset="0"/>
              </a:rPr>
              <a:t>Validation</a:t>
            </a:r>
            <a:r>
              <a:rPr kumimoji="0" lang="en-US" sz="1800" b="0" i="0" u="none" strike="noStrike" kern="1200" cap="none" spc="0" normalizeH="0" dirty="0" smtClean="0">
                <a:ln>
                  <a:noFill/>
                </a:ln>
                <a:solidFill>
                  <a:srgbClr val="58585A"/>
                </a:solidFill>
                <a:effectLst/>
                <a:uLnTx/>
                <a:uFillTx/>
                <a:latin typeface="Calibri" pitchFamily="34" charset="0"/>
                <a:cs typeface="Calibri" pitchFamily="34" charset="0"/>
              </a:rPr>
              <a:t> of parsing process results by external consultor expert in Huawei technology.</a:t>
            </a:r>
          </a:p>
          <a:p>
            <a:pPr marL="166688" indent="-166688" algn="just" defTabSz="914400" fontAlgn="base" hangingPunct="1">
              <a:spcBef>
                <a:spcPct val="15000"/>
              </a:spcBef>
              <a:spcAft>
                <a:spcPct val="15000"/>
              </a:spcAft>
              <a:buClr>
                <a:srgbClr val="006699"/>
              </a:buClr>
              <a:buFont typeface="Wingdings" pitchFamily="2" charset="2"/>
              <a:buChar char="§"/>
              <a:defRPr/>
            </a:pPr>
            <a:r>
              <a:rPr lang="pt-BR" sz="1800" kern="1200" dirty="0" err="1" smtClean="0">
                <a:solidFill>
                  <a:srgbClr val="58585A"/>
                </a:solidFill>
                <a:latin typeface="Calibri" pitchFamily="34" charset="0"/>
                <a:cs typeface="Calibri" pitchFamily="34" charset="0"/>
              </a:rPr>
              <a:t>To</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get</a:t>
            </a:r>
            <a:r>
              <a:rPr lang="pt-BR" sz="1800" kern="1200" dirty="0" smtClean="0">
                <a:solidFill>
                  <a:srgbClr val="58585A"/>
                </a:solidFill>
                <a:latin typeface="Calibri" pitchFamily="34" charset="0"/>
                <a:cs typeface="Calibri" pitchFamily="34" charset="0"/>
              </a:rPr>
              <a:t> </a:t>
            </a:r>
            <a:r>
              <a:rPr lang="pt-BR" sz="1800" kern="1200" dirty="0" err="1">
                <a:solidFill>
                  <a:srgbClr val="58585A"/>
                </a:solidFill>
                <a:latin typeface="Calibri" pitchFamily="34" charset="0"/>
                <a:cs typeface="Calibri" pitchFamily="34" charset="0"/>
              </a:rPr>
              <a:t>r</a:t>
            </a:r>
            <a:r>
              <a:rPr lang="pt-BR" sz="1800" kern="1200" dirty="0" err="1" smtClean="0">
                <a:solidFill>
                  <a:srgbClr val="58585A"/>
                </a:solidFill>
                <a:latin typeface="Calibri" pitchFamily="34" charset="0"/>
                <a:cs typeface="Calibri" pitchFamily="34" charset="0"/>
              </a:rPr>
              <a:t>aw</a:t>
            </a:r>
            <a:r>
              <a:rPr lang="pt-BR" sz="1800" kern="1200" dirty="0" smtClean="0">
                <a:solidFill>
                  <a:srgbClr val="58585A"/>
                </a:solidFill>
                <a:latin typeface="Calibri" pitchFamily="34" charset="0"/>
                <a:cs typeface="Calibri" pitchFamily="34" charset="0"/>
              </a:rPr>
              <a:t> </a:t>
            </a:r>
            <a:r>
              <a:rPr lang="pt-BR" sz="1800" kern="1200" dirty="0">
                <a:solidFill>
                  <a:srgbClr val="58585A"/>
                </a:solidFill>
                <a:latin typeface="Calibri" pitchFamily="34" charset="0"/>
                <a:cs typeface="Calibri" pitchFamily="34" charset="0"/>
              </a:rPr>
              <a:t>data files for </a:t>
            </a:r>
            <a:r>
              <a:rPr lang="pt-BR" sz="1800" kern="1200" dirty="0" err="1">
                <a:solidFill>
                  <a:srgbClr val="58585A"/>
                </a:solidFill>
                <a:latin typeface="Calibri" pitchFamily="34" charset="0"/>
                <a:cs typeface="Calibri" pitchFamily="34" charset="0"/>
              </a:rPr>
              <a:t>entire</a:t>
            </a:r>
            <a:r>
              <a:rPr lang="pt-BR" sz="1800" kern="1200" dirty="0">
                <a:solidFill>
                  <a:srgbClr val="58585A"/>
                </a:solidFill>
                <a:latin typeface="Calibri" pitchFamily="34" charset="0"/>
                <a:cs typeface="Calibri" pitchFamily="34" charset="0"/>
              </a:rPr>
              <a:t> </a:t>
            </a:r>
            <a:r>
              <a:rPr lang="pt-BR" sz="1800" kern="1200" dirty="0" err="1">
                <a:solidFill>
                  <a:srgbClr val="58585A"/>
                </a:solidFill>
                <a:latin typeface="Calibri" pitchFamily="34" charset="0"/>
                <a:cs typeface="Calibri" pitchFamily="34" charset="0"/>
              </a:rPr>
              <a:t>Huawei</a:t>
            </a:r>
            <a:r>
              <a:rPr lang="pt-BR" sz="1800" kern="1200" dirty="0">
                <a:solidFill>
                  <a:srgbClr val="58585A"/>
                </a:solidFill>
                <a:latin typeface="Calibri" pitchFamily="34" charset="0"/>
                <a:cs typeface="Calibri" pitchFamily="34" charset="0"/>
              </a:rPr>
              <a:t> network for </a:t>
            </a:r>
            <a:r>
              <a:rPr lang="pt-BR" sz="1800" kern="1200" dirty="0" err="1">
                <a:solidFill>
                  <a:srgbClr val="58585A"/>
                </a:solidFill>
                <a:latin typeface="Calibri" pitchFamily="34" charset="0"/>
                <a:cs typeface="Calibri" pitchFamily="34" charset="0"/>
              </a:rPr>
              <a:t>at</a:t>
            </a:r>
            <a:r>
              <a:rPr lang="pt-BR" sz="1800" kern="1200" dirty="0">
                <a:solidFill>
                  <a:srgbClr val="58585A"/>
                </a:solidFill>
                <a:latin typeface="Calibri" pitchFamily="34" charset="0"/>
                <a:cs typeface="Calibri" pitchFamily="34" charset="0"/>
              </a:rPr>
              <a:t> </a:t>
            </a:r>
            <a:r>
              <a:rPr lang="pt-BR" sz="1800" kern="1200" dirty="0" err="1">
                <a:solidFill>
                  <a:srgbClr val="58585A"/>
                </a:solidFill>
                <a:latin typeface="Calibri" pitchFamily="34" charset="0"/>
                <a:cs typeface="Calibri" pitchFamily="34" charset="0"/>
              </a:rPr>
              <a:t>least</a:t>
            </a:r>
            <a:r>
              <a:rPr lang="pt-BR" sz="1800" kern="1200" dirty="0">
                <a:solidFill>
                  <a:srgbClr val="58585A"/>
                </a:solidFill>
                <a:latin typeface="Calibri" pitchFamily="34" charset="0"/>
                <a:cs typeface="Calibri" pitchFamily="34" charset="0"/>
              </a:rPr>
              <a:t> 1 hour.</a:t>
            </a:r>
          </a:p>
          <a:p>
            <a:pPr marR="0" lvl="0" algn="just" defTabSz="914400" eaLnBrk="1" fontAlgn="base" latinLnBrk="0" hangingPunct="1">
              <a:lnSpc>
                <a:spcPct val="100000"/>
              </a:lnSpc>
              <a:spcBef>
                <a:spcPct val="15000"/>
              </a:spcBef>
              <a:spcAft>
                <a:spcPct val="15000"/>
              </a:spcAft>
              <a:buClr>
                <a:srgbClr val="006699"/>
              </a:buClr>
              <a:buSzTx/>
              <a:tabLst/>
              <a:defRPr/>
            </a:pPr>
            <a:endParaRPr kumimoji="0" lang="en-US" sz="1800" b="0" i="0" u="none" strike="noStrike" kern="1200" cap="none" spc="0" normalizeH="0" dirty="0" smtClean="0">
              <a:ln>
                <a:noFill/>
              </a:ln>
              <a:solidFill>
                <a:srgbClr val="58585A"/>
              </a:solidFill>
              <a:effectLst/>
              <a:uLnTx/>
              <a:uFillTx/>
              <a:latin typeface="Calibri" pitchFamily="34" charset="0"/>
              <a:cs typeface="Calibri" pitchFamily="34" charset="0"/>
            </a:endParaRPr>
          </a:p>
          <a:p>
            <a:pPr marR="0" lvl="0" algn="just" defTabSz="914400" eaLnBrk="1" fontAlgn="base" latinLnBrk="0" hangingPunct="1">
              <a:lnSpc>
                <a:spcPct val="100000"/>
              </a:lnSpc>
              <a:spcBef>
                <a:spcPct val="15000"/>
              </a:spcBef>
              <a:spcAft>
                <a:spcPct val="15000"/>
              </a:spcAft>
              <a:buClr>
                <a:srgbClr val="006699"/>
              </a:buClr>
              <a:buSzTx/>
              <a:tabLst/>
              <a:defRPr/>
            </a:pPr>
            <a:endParaRPr kumimoji="0" lang="en-US" sz="18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p:txBody>
      </p:sp>
      <p:sp>
        <p:nvSpPr>
          <p:cNvPr id="190" name="Rectangle 42"/>
          <p:cNvSpPr>
            <a:spLocks noChangeArrowheads="1"/>
          </p:cNvSpPr>
          <p:nvPr/>
        </p:nvSpPr>
        <p:spPr bwMode="gray">
          <a:xfrm>
            <a:off x="5106980" y="13036293"/>
            <a:ext cx="1115631" cy="309972"/>
          </a:xfrm>
          <a:prstGeom prst="rect">
            <a:avLst/>
          </a:prstGeom>
          <a:solidFill>
            <a:srgbClr val="FFFFFF">
              <a:lumMod val="65000"/>
            </a:srgbClr>
          </a:solidFill>
          <a:ln w="9525">
            <a:solidFill>
              <a:srgbClr val="FFFFFF"/>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Gray</a:t>
            </a:r>
          </a:p>
        </p:txBody>
      </p:sp>
      <p:sp>
        <p:nvSpPr>
          <p:cNvPr id="191" name="Oval 70"/>
          <p:cNvSpPr>
            <a:spLocks noChangeArrowheads="1"/>
          </p:cNvSpPr>
          <p:nvPr/>
        </p:nvSpPr>
        <p:spPr bwMode="gray">
          <a:xfrm>
            <a:off x="13783948" y="3717756"/>
            <a:ext cx="586640"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pt-BR" sz="2400" kern="1200" dirty="0">
                <a:solidFill>
                  <a:srgbClr val="58585A"/>
                </a:solidFill>
                <a:latin typeface="Calibri" panose="020F0502020204030204" pitchFamily="34" charset="0"/>
                <a:cs typeface="Calibri" panose="020F0502020204030204" pitchFamily="34" charset="0"/>
              </a:rPr>
              <a:t>7</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192" name="Text Box 71"/>
          <p:cNvSpPr txBox="1">
            <a:spLocks noChangeArrowheads="1"/>
          </p:cNvSpPr>
          <p:nvPr/>
        </p:nvSpPr>
        <p:spPr bwMode="gray">
          <a:xfrm>
            <a:off x="11978360" y="4333858"/>
            <a:ext cx="990164"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lang="pt-BR" sz="2000" kern="1200" noProof="0" dirty="0" err="1" smtClean="0">
                <a:solidFill>
                  <a:srgbClr val="58585A"/>
                </a:solidFill>
                <a:latin typeface="Calibri" pitchFamily="34" charset="0"/>
                <a:cs typeface="Calibri" pitchFamily="34" charset="0"/>
              </a:rPr>
              <a:t>Jul</a:t>
            </a: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a:p>
            <a:pPr marL="0" marR="0" lvl="0" indent="0" algn="ctr" defTabSz="914400" eaLnBrk="1" fontAlgn="base" latinLnBrk="0" hangingPunct="1">
              <a:lnSpc>
                <a:spcPct val="50000"/>
              </a:lnSpc>
              <a:spcBef>
                <a:spcPct val="25000"/>
              </a:spcBef>
              <a:spcAft>
                <a:spcPct val="0"/>
              </a:spcAft>
              <a:buClrTx/>
              <a:buSzTx/>
              <a:buFontTx/>
              <a:buNone/>
              <a:tabLst/>
              <a:defRPr/>
            </a:pPr>
            <a:r>
              <a:rPr lang="pt-BR" sz="2000" kern="1200" dirty="0" smtClean="0">
                <a:solidFill>
                  <a:srgbClr val="58585A"/>
                </a:solidFill>
                <a:latin typeface="Calibri" pitchFamily="34" charset="0"/>
                <a:cs typeface="Calibri" pitchFamily="34" charset="0"/>
              </a:rPr>
              <a:t>03</a:t>
            </a: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p:txBody>
      </p:sp>
      <p:sp>
        <p:nvSpPr>
          <p:cNvPr id="194" name="Text Box 71"/>
          <p:cNvSpPr txBox="1">
            <a:spLocks noChangeArrowheads="1"/>
          </p:cNvSpPr>
          <p:nvPr/>
        </p:nvSpPr>
        <p:spPr bwMode="gray">
          <a:xfrm>
            <a:off x="4182222" y="4333858"/>
            <a:ext cx="990164"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May</a:t>
            </a:r>
          </a:p>
          <a:p>
            <a:pPr marL="0" marR="0" lvl="0" indent="0" algn="ctr" defTabSz="914400" eaLnBrk="1" fontAlgn="base" latinLnBrk="0" hangingPunct="1">
              <a:lnSpc>
                <a:spcPct val="50000"/>
              </a:lnSpc>
              <a:spcBef>
                <a:spcPct val="25000"/>
              </a:spcBef>
              <a:spcAft>
                <a:spcPct val="0"/>
              </a:spcAft>
              <a:buClrTx/>
              <a:buSzTx/>
              <a:buFontTx/>
              <a:buNone/>
              <a:tabLst/>
              <a:defRPr/>
            </a:pPr>
            <a:r>
              <a:rPr lang="pt-BR" sz="2000" kern="1200" noProof="0" dirty="0" smtClean="0">
                <a:solidFill>
                  <a:srgbClr val="58585A"/>
                </a:solidFill>
                <a:latin typeface="Calibri" pitchFamily="34" charset="0"/>
                <a:cs typeface="Calibri" pitchFamily="34" charset="0"/>
              </a:rPr>
              <a:t>02</a:t>
            </a: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p:txBody>
      </p:sp>
      <p:sp>
        <p:nvSpPr>
          <p:cNvPr id="195" name="Text Box 71"/>
          <p:cNvSpPr txBox="1">
            <a:spLocks noChangeArrowheads="1"/>
          </p:cNvSpPr>
          <p:nvPr/>
        </p:nvSpPr>
        <p:spPr bwMode="gray">
          <a:xfrm>
            <a:off x="5681373" y="4331938"/>
            <a:ext cx="990164"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smtClean="0">
                <a:solidFill>
                  <a:srgbClr val="58585A"/>
                </a:solidFill>
                <a:latin typeface="Calibri" pitchFamily="34" charset="0"/>
                <a:cs typeface="Calibri" pitchFamily="34" charset="0"/>
              </a:rPr>
              <a:t>May</a:t>
            </a:r>
            <a:endPar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smtClean="0">
                <a:solidFill>
                  <a:srgbClr val="58585A"/>
                </a:solidFill>
                <a:latin typeface="Calibri" pitchFamily="34" charset="0"/>
                <a:cs typeface="Calibri" pitchFamily="34" charset="0"/>
              </a:rPr>
              <a:t>07</a:t>
            </a: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p:txBody>
      </p:sp>
      <p:sp>
        <p:nvSpPr>
          <p:cNvPr id="196" name="Oval 70"/>
          <p:cNvSpPr>
            <a:spLocks noChangeArrowheads="1"/>
          </p:cNvSpPr>
          <p:nvPr/>
        </p:nvSpPr>
        <p:spPr bwMode="gray">
          <a:xfrm>
            <a:off x="5912600" y="3715836"/>
            <a:ext cx="586640"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sz="24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3</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211" name="Rectangle 47"/>
          <p:cNvSpPr>
            <a:spLocks noChangeArrowheads="1"/>
          </p:cNvSpPr>
          <p:nvPr/>
        </p:nvSpPr>
        <p:spPr bwMode="gray">
          <a:xfrm>
            <a:off x="18807141" y="13037752"/>
            <a:ext cx="2248121" cy="309972"/>
          </a:xfrm>
          <a:prstGeom prst="rect">
            <a:avLst/>
          </a:prstGeom>
          <a:solidFill>
            <a:srgbClr val="FFFFFF"/>
          </a:solidFill>
          <a:ln>
            <a:noFill/>
          </a:ln>
          <a:extLst/>
        </p:spPr>
        <p:txBody>
          <a:bodyPr wrap="none" anchor="ctr"/>
          <a:lstStyle/>
          <a:p>
            <a:r>
              <a:rPr lang="en-US" sz="1400" dirty="0">
                <a:latin typeface="Calibri" pitchFamily="34" charset="0"/>
                <a:cs typeface="Calibri" pitchFamily="34" charset="0"/>
              </a:rPr>
              <a:t>Will miss planned delivery</a:t>
            </a:r>
          </a:p>
        </p:txBody>
      </p:sp>
      <p:sp>
        <p:nvSpPr>
          <p:cNvPr id="212" name="Oval 70"/>
          <p:cNvSpPr>
            <a:spLocks noChangeArrowheads="1"/>
          </p:cNvSpPr>
          <p:nvPr/>
        </p:nvSpPr>
        <p:spPr bwMode="gray">
          <a:xfrm>
            <a:off x="12809149" y="5042791"/>
            <a:ext cx="586637"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4</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214" name="Oval 70"/>
          <p:cNvSpPr>
            <a:spLocks noChangeArrowheads="1"/>
          </p:cNvSpPr>
          <p:nvPr/>
        </p:nvSpPr>
        <p:spPr bwMode="gray">
          <a:xfrm>
            <a:off x="4373357" y="5042791"/>
            <a:ext cx="586637" cy="558596"/>
          </a:xfrm>
          <a:prstGeom prst="ellipse">
            <a:avLst/>
          </a:prstGeom>
          <a:solidFill>
            <a:schemeClr val="bg1">
              <a:lumMod val="25000"/>
              <a:lumOff val="75000"/>
            </a:schemeClr>
          </a:solidFill>
          <a:ln w="9525">
            <a:solidFill>
              <a:srgbClr val="58585A"/>
            </a:solidFill>
            <a:round/>
            <a:headEnd/>
            <a:tailEnd/>
          </a:ln>
        </p:spPr>
        <p:txBody>
          <a:bodyPr wrap="none" anchor="ctr"/>
          <a:lstStyle/>
          <a:p>
            <a:pPr algn="ctr" defTabSz="914400" hangingPunct="1">
              <a:spcBef>
                <a:spcPts val="0"/>
              </a:spcBef>
            </a:pPr>
            <a:r>
              <a:rPr lang="en-US" sz="2400" kern="1200" dirty="0">
                <a:solidFill>
                  <a:srgbClr val="58585A"/>
                </a:solidFill>
                <a:latin typeface="Calibri" panose="020F0502020204030204" pitchFamily="34" charset="0"/>
                <a:cs typeface="Calibri" panose="020F0502020204030204" pitchFamily="34" charset="0"/>
              </a:rPr>
              <a:t>2</a:t>
            </a:r>
          </a:p>
        </p:txBody>
      </p:sp>
      <p:sp>
        <p:nvSpPr>
          <p:cNvPr id="216" name="Text Box 71"/>
          <p:cNvSpPr txBox="1">
            <a:spLocks noChangeArrowheads="1"/>
          </p:cNvSpPr>
          <p:nvPr/>
        </p:nvSpPr>
        <p:spPr bwMode="gray">
          <a:xfrm>
            <a:off x="2874349" y="5665351"/>
            <a:ext cx="990164"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Apr</a:t>
            </a:r>
          </a:p>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smtClean="0">
                <a:solidFill>
                  <a:srgbClr val="58585A"/>
                </a:solidFill>
                <a:latin typeface="Calibri" pitchFamily="34" charset="0"/>
                <a:cs typeface="Calibri" pitchFamily="34" charset="0"/>
              </a:rPr>
              <a:t>30</a:t>
            </a: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p:txBody>
      </p:sp>
      <p:sp>
        <p:nvSpPr>
          <p:cNvPr id="217" name="Oval 70"/>
          <p:cNvSpPr>
            <a:spLocks noChangeArrowheads="1"/>
          </p:cNvSpPr>
          <p:nvPr/>
        </p:nvSpPr>
        <p:spPr bwMode="gray">
          <a:xfrm>
            <a:off x="3064244" y="5042791"/>
            <a:ext cx="586640" cy="558596"/>
          </a:xfrm>
          <a:prstGeom prst="ellipse">
            <a:avLst/>
          </a:prstGeom>
          <a:solidFill>
            <a:schemeClr val="bg1">
              <a:lumMod val="25000"/>
              <a:lumOff val="75000"/>
            </a:scheme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rPr>
              <a:t>1</a:t>
            </a:r>
          </a:p>
        </p:txBody>
      </p:sp>
      <p:sp>
        <p:nvSpPr>
          <p:cNvPr id="218" name="Oval 61"/>
          <p:cNvSpPr>
            <a:spLocks noChangeArrowheads="1"/>
          </p:cNvSpPr>
          <p:nvPr/>
        </p:nvSpPr>
        <p:spPr bwMode="gray">
          <a:xfrm>
            <a:off x="13559684" y="5042791"/>
            <a:ext cx="586637"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5</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219" name="Oval 61"/>
          <p:cNvSpPr>
            <a:spLocks noChangeArrowheads="1"/>
          </p:cNvSpPr>
          <p:nvPr/>
        </p:nvSpPr>
        <p:spPr bwMode="gray">
          <a:xfrm>
            <a:off x="14302027" y="5042791"/>
            <a:ext cx="586637"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sz="24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6</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221" name="Oval 70"/>
          <p:cNvSpPr>
            <a:spLocks noChangeArrowheads="1"/>
          </p:cNvSpPr>
          <p:nvPr/>
        </p:nvSpPr>
        <p:spPr bwMode="gray">
          <a:xfrm>
            <a:off x="15061214" y="5049249"/>
            <a:ext cx="586640"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pt-BR" sz="2400" kern="1200" dirty="0">
                <a:solidFill>
                  <a:srgbClr val="58585A"/>
                </a:solidFill>
                <a:latin typeface="Calibri" panose="020F0502020204030204" pitchFamily="34" charset="0"/>
                <a:cs typeface="Calibri" panose="020F0502020204030204" pitchFamily="34" charset="0"/>
              </a:rPr>
              <a:t>7</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225" name="Oval 70"/>
          <p:cNvSpPr>
            <a:spLocks noChangeArrowheads="1"/>
          </p:cNvSpPr>
          <p:nvPr/>
        </p:nvSpPr>
        <p:spPr bwMode="gray">
          <a:xfrm>
            <a:off x="9652092" y="5060232"/>
            <a:ext cx="586640"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sz="24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3</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28117302"/>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err="1">
                <a:solidFill>
                  <a:srgbClr val="00B0F0"/>
                </a:solidFill>
                <a:latin typeface="Arial Black"/>
                <a:ea typeface="Arial Black"/>
                <a:cs typeface="Arial Black"/>
                <a:sym typeface="Avenir Next Medium"/>
              </a:rPr>
              <a:t>What</a:t>
            </a:r>
            <a:r>
              <a:rPr lang="pt-BR" sz="6873" dirty="0">
                <a:solidFill>
                  <a:srgbClr val="00B0F0"/>
                </a:solidFill>
                <a:latin typeface="Arial Black"/>
                <a:ea typeface="Arial Black"/>
                <a:cs typeface="Arial Black"/>
                <a:sym typeface="Avenir Next Medium"/>
              </a:rPr>
              <a:t> </a:t>
            </a:r>
            <a:r>
              <a:rPr lang="pt-BR" sz="6873" dirty="0" err="1" smtClean="0">
                <a:solidFill>
                  <a:srgbClr val="00B0F0"/>
                </a:solidFill>
                <a:latin typeface="Arial Black"/>
                <a:ea typeface="Arial Black"/>
                <a:cs typeface="Arial Black"/>
                <a:sym typeface="Avenir Next Medium"/>
              </a:rPr>
              <a:t>is</a:t>
            </a:r>
            <a:r>
              <a:rPr lang="pt-BR" sz="6873" dirty="0" smtClean="0">
                <a:solidFill>
                  <a:srgbClr val="00B0F0"/>
                </a:solidFill>
                <a:latin typeface="Arial Black"/>
                <a:ea typeface="Arial Black"/>
                <a:cs typeface="Arial Black"/>
                <a:sym typeface="Avenir Next Medium"/>
              </a:rPr>
              <a:t> OPM?</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8"/>
            <a:ext cx="22860000" cy="8585200"/>
          </a:xfrm>
          <a:prstGeom prst="rect">
            <a:avLst/>
          </a:prstGeom>
        </p:spPr>
        <p:txBody>
          <a:bodyPr>
            <a:noAutofit/>
          </a:bodyPr>
          <a:lstStyle/>
          <a:p>
            <a:pPr marL="0" indent="0">
              <a:buNone/>
            </a:pPr>
            <a:r>
              <a:rPr lang="en-US" sz="3600" b="1" dirty="0" smtClean="0"/>
              <a:t>It is a centralized and unified tool, Web Based, which aims to:</a:t>
            </a:r>
          </a:p>
          <a:p>
            <a:pPr>
              <a:buFontTx/>
              <a:buChar char="-"/>
            </a:pPr>
            <a:r>
              <a:rPr lang="en-US" sz="3600" dirty="0" smtClean="0"/>
              <a:t>Improve </a:t>
            </a:r>
            <a:r>
              <a:rPr lang="en-US" sz="3600" dirty="0"/>
              <a:t>the way </a:t>
            </a:r>
            <a:r>
              <a:rPr lang="en-US" sz="3600" dirty="0" err="1" smtClean="0"/>
              <a:t>Telcel</a:t>
            </a:r>
            <a:r>
              <a:rPr lang="en-US" sz="3600" dirty="0" smtClean="0"/>
              <a:t> monitor the performance of telecommunications network.</a:t>
            </a:r>
          </a:p>
          <a:p>
            <a:pPr>
              <a:buFontTx/>
              <a:buChar char="-"/>
            </a:pPr>
            <a:r>
              <a:rPr lang="en-US" sz="3600" dirty="0" smtClean="0"/>
              <a:t>Prevent issues with nodes by alarms. </a:t>
            </a:r>
          </a:p>
          <a:p>
            <a:pPr>
              <a:buFontTx/>
              <a:buChar char="-"/>
            </a:pPr>
            <a:r>
              <a:rPr lang="en-US" sz="3600" dirty="0" smtClean="0"/>
              <a:t>Have </a:t>
            </a:r>
            <a:r>
              <a:rPr lang="en-US" sz="3600" dirty="0"/>
              <a:t>a </a:t>
            </a:r>
            <a:r>
              <a:rPr lang="en-US" sz="3600" dirty="0" smtClean="0"/>
              <a:t>database </a:t>
            </a:r>
            <a:r>
              <a:rPr lang="en-US" sz="3600" dirty="0"/>
              <a:t>unified for </a:t>
            </a:r>
            <a:r>
              <a:rPr lang="en-US" sz="3600" dirty="0" smtClean="0"/>
              <a:t>generating reports in GUI, </a:t>
            </a:r>
            <a:r>
              <a:rPr lang="en-US" sz="3600" dirty="0"/>
              <a:t>what needs to be </a:t>
            </a:r>
            <a:r>
              <a:rPr lang="en-US" sz="3600" dirty="0" smtClean="0"/>
              <a:t>friendly with the final user.</a:t>
            </a:r>
          </a:p>
          <a:p>
            <a:pPr>
              <a:buFontTx/>
              <a:buChar char="-"/>
            </a:pPr>
            <a:r>
              <a:rPr lang="en-US" sz="3600" dirty="0" smtClean="0"/>
              <a:t>Provides module to monitor KPI values but node/cell combination, region and network.</a:t>
            </a:r>
            <a:endParaRPr lang="en-US" sz="3600" dirty="0"/>
          </a:p>
          <a:p>
            <a:pPr>
              <a:buFontTx/>
              <a:buChar char="-"/>
            </a:pPr>
            <a:r>
              <a:rPr lang="en-US" sz="3600" dirty="0" smtClean="0"/>
              <a:t>Provides the function to create new KPI.</a:t>
            </a:r>
          </a:p>
          <a:p>
            <a:pPr>
              <a:buFontTx/>
              <a:buChar char="-"/>
            </a:pPr>
            <a:r>
              <a:rPr lang="en-US" sz="3600" dirty="0" smtClean="0"/>
              <a:t>Provides modules to automate monitoring and send notifications and </a:t>
            </a:r>
            <a:r>
              <a:rPr lang="en-US" sz="3600" dirty="0" err="1" smtClean="0"/>
              <a:t>softalarms</a:t>
            </a:r>
            <a:r>
              <a:rPr lang="en-US" sz="3600" dirty="0" smtClean="0"/>
              <a:t> to the user.</a:t>
            </a:r>
          </a:p>
          <a:p>
            <a:pPr>
              <a:buFontTx/>
              <a:buChar char="-"/>
            </a:pPr>
            <a:r>
              <a:rPr lang="en-US" sz="3600" dirty="0" smtClean="0"/>
              <a:t>Be friendly, security and assertive</a:t>
            </a:r>
            <a:r>
              <a:rPr lang="en-US" sz="3600" dirty="0"/>
              <a:t>.</a:t>
            </a:r>
          </a:p>
        </p:txBody>
      </p:sp>
      <p:pic>
        <p:nvPicPr>
          <p:cNvPr id="5" name="Shape 249"/>
          <p:cNvPicPr preferRelativeResize="0"/>
          <p:nvPr/>
        </p:nvPicPr>
        <p:blipFill>
          <a:blip r:embed="rId2">
            <a:alphaModFix/>
          </a:blip>
          <a:stretch>
            <a:fillRect/>
          </a:stretch>
        </p:blipFill>
        <p:spPr>
          <a:xfrm>
            <a:off x="18640425" y="693326"/>
            <a:ext cx="4981575" cy="145732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err="1" smtClean="0">
                <a:solidFill>
                  <a:srgbClr val="00B0F0"/>
                </a:solidFill>
                <a:latin typeface="Arial Black"/>
                <a:ea typeface="Arial Black"/>
                <a:cs typeface="Arial Black"/>
                <a:sym typeface="Avenir Next Medium"/>
              </a:rPr>
              <a:t>benefits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4" y="3145118"/>
            <a:ext cx="22860000" cy="8585200"/>
          </a:xfrm>
          <a:prstGeom prst="rect">
            <a:avLst/>
          </a:prstGeom>
        </p:spPr>
        <p:txBody>
          <a:bodyPr>
            <a:noAutofit/>
          </a:bodyPr>
          <a:lstStyle/>
          <a:p>
            <a:pPr marL="0" indent="0">
              <a:buNone/>
            </a:pPr>
            <a:r>
              <a:rPr lang="en-US" sz="3600" b="1" dirty="0" smtClean="0"/>
              <a:t>With OPM implemented </a:t>
            </a:r>
            <a:r>
              <a:rPr lang="en-US" sz="3600" b="1" dirty="0" err="1" smtClean="0"/>
              <a:t>Telcel</a:t>
            </a:r>
            <a:r>
              <a:rPr lang="en-US" sz="3600" b="1" dirty="0" smtClean="0"/>
              <a:t> user is able to:</a:t>
            </a:r>
            <a:endParaRPr lang="en-US" sz="3600" b="1" dirty="0"/>
          </a:p>
          <a:p>
            <a:pPr>
              <a:buFontTx/>
              <a:buChar char="-"/>
            </a:pPr>
            <a:r>
              <a:rPr lang="en-US" sz="3600" dirty="0" smtClean="0"/>
              <a:t>Makes </a:t>
            </a:r>
            <a:r>
              <a:rPr lang="en-US" sz="3600" dirty="0" err="1" smtClean="0"/>
              <a:t>Telcel</a:t>
            </a:r>
            <a:r>
              <a:rPr lang="en-US" sz="3600" dirty="0" smtClean="0"/>
              <a:t> operators troubleshooting faster.</a:t>
            </a:r>
            <a:endParaRPr lang="en-US" sz="3600" dirty="0"/>
          </a:p>
          <a:p>
            <a:pPr>
              <a:buFontTx/>
              <a:buChar char="-"/>
            </a:pPr>
            <a:r>
              <a:rPr lang="en-US" sz="3600" dirty="0" smtClean="0"/>
              <a:t>Contribute to decisions making to keep a good performance in the entire network.</a:t>
            </a:r>
          </a:p>
          <a:p>
            <a:pPr>
              <a:buFontTx/>
              <a:buChar char="-"/>
            </a:pPr>
            <a:r>
              <a:rPr lang="en-US" sz="3600" dirty="0" smtClean="0"/>
              <a:t> Have fast reports about KPI values in network elements.</a:t>
            </a:r>
          </a:p>
          <a:p>
            <a:pPr>
              <a:buFontTx/>
              <a:buChar char="-"/>
            </a:pPr>
            <a:r>
              <a:rPr lang="en-US" sz="3600" dirty="0" smtClean="0"/>
              <a:t>Create custom type of monitoring reports and KPIs formulas.</a:t>
            </a:r>
          </a:p>
          <a:p>
            <a:pPr>
              <a:buFontTx/>
              <a:buChar char="-"/>
            </a:pPr>
            <a:r>
              <a:rPr lang="en-US" sz="3600" dirty="0" smtClean="0"/>
              <a:t>Have a centralized data base, friendly and 100% accessible</a:t>
            </a:r>
          </a:p>
          <a:p>
            <a:pPr>
              <a:buFontTx/>
              <a:buChar char="-"/>
            </a:pPr>
            <a:r>
              <a:rPr lang="en-US" sz="3600" dirty="0" smtClean="0"/>
              <a:t>Less number of issues.</a:t>
            </a:r>
            <a:endParaRPr lang="en-US" sz="3600" dirty="0"/>
          </a:p>
          <a:p>
            <a:pPr>
              <a:buFontTx/>
              <a:buChar char="-"/>
            </a:pPr>
            <a:endParaRPr lang="en-US" sz="3600" dirty="0" smtClean="0"/>
          </a:p>
          <a:p>
            <a:pPr marL="0" indent="0">
              <a:buNone/>
            </a:pPr>
            <a:endParaRPr lang="en-US" sz="3600" dirty="0"/>
          </a:p>
        </p:txBody>
      </p:sp>
      <p:pic>
        <p:nvPicPr>
          <p:cNvPr id="5" name="Shape 249"/>
          <p:cNvPicPr preferRelativeResize="0"/>
          <p:nvPr/>
        </p:nvPicPr>
        <p:blipFill>
          <a:blip r:embed="rId2">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2595677962"/>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smtClean="0">
                <a:solidFill>
                  <a:srgbClr val="00B0F0"/>
                </a:solidFill>
                <a:latin typeface="Arial Black"/>
                <a:ea typeface="Arial Black"/>
                <a:cs typeface="Arial Black"/>
                <a:sym typeface="Avenir Next Medium"/>
              </a:rPr>
              <a:t>status </a:t>
            </a:r>
            <a:r>
              <a:rPr lang="pt-BR" sz="6873" dirty="0" err="1" smtClean="0">
                <a:solidFill>
                  <a:srgbClr val="00B0F0"/>
                </a:solidFill>
                <a:latin typeface="Arial Black"/>
                <a:ea typeface="Arial Black"/>
                <a:cs typeface="Arial Black"/>
                <a:sym typeface="Avenir Next Medium"/>
              </a:rPr>
              <a:t>of</a:t>
            </a:r>
            <a:r>
              <a:rPr lang="pt-BR" sz="6873" dirty="0" smtClean="0">
                <a:solidFill>
                  <a:srgbClr val="00B0F0"/>
                </a:solidFill>
                <a:latin typeface="Arial Black"/>
                <a:ea typeface="Arial Black"/>
                <a:cs typeface="Arial Black"/>
                <a:sym typeface="Avenir Next Medium"/>
              </a:rPr>
              <a:t> </a:t>
            </a:r>
            <a:r>
              <a:rPr lang="pt-BR" sz="6873" dirty="0" err="1" smtClean="0">
                <a:solidFill>
                  <a:srgbClr val="00B0F0"/>
                </a:solidFill>
                <a:latin typeface="Arial Black"/>
                <a:ea typeface="Arial Black"/>
                <a:cs typeface="Arial Black"/>
                <a:sym typeface="Avenir Next Medium"/>
              </a:rPr>
              <a:t>work</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4" y="3145118"/>
            <a:ext cx="22860000" cy="8585200"/>
          </a:xfrm>
          <a:prstGeom prst="rect">
            <a:avLst/>
          </a:prstGeom>
        </p:spPr>
        <p:txBody>
          <a:bodyPr>
            <a:noAutofit/>
          </a:bodyPr>
          <a:lstStyle/>
          <a:p>
            <a:pPr>
              <a:buFontTx/>
              <a:buChar char="-"/>
            </a:pPr>
            <a:r>
              <a:rPr lang="en-US" sz="3600" dirty="0"/>
              <a:t>Tool was requested by </a:t>
            </a:r>
            <a:r>
              <a:rPr lang="en-US" sz="3600" dirty="0" err="1" smtClean="0"/>
              <a:t>Telcel</a:t>
            </a:r>
            <a:r>
              <a:rPr lang="en-US" sz="3600" dirty="0" smtClean="0"/>
              <a:t> </a:t>
            </a:r>
            <a:r>
              <a:rPr lang="en-US" sz="3600" dirty="0"/>
              <a:t>team</a:t>
            </a:r>
          </a:p>
          <a:p>
            <a:pPr>
              <a:buFontTx/>
              <a:buChar char="-"/>
            </a:pPr>
            <a:r>
              <a:rPr lang="en-US" sz="3600" dirty="0"/>
              <a:t>Project </a:t>
            </a:r>
            <a:r>
              <a:rPr lang="en-US" sz="3600" dirty="0" smtClean="0"/>
              <a:t>will </a:t>
            </a:r>
            <a:r>
              <a:rPr lang="en-US" sz="3600" dirty="0"/>
              <a:t>started officially on </a:t>
            </a:r>
            <a:r>
              <a:rPr lang="en-US" sz="3600" dirty="0" smtClean="0"/>
              <a:t>April 30th</a:t>
            </a:r>
            <a:endParaRPr lang="en-US" sz="3600" dirty="0"/>
          </a:p>
          <a:p>
            <a:pPr>
              <a:buFontTx/>
              <a:buChar char="-"/>
            </a:pPr>
            <a:r>
              <a:rPr lang="en-US" sz="3600" dirty="0"/>
              <a:t>We have </a:t>
            </a:r>
            <a:r>
              <a:rPr lang="en-US" sz="3600" dirty="0" smtClean="0"/>
              <a:t>set </a:t>
            </a:r>
            <a:r>
              <a:rPr lang="en-US" sz="3600" dirty="0"/>
              <a:t>a sequence of recurrent meetings every Monday from 10am till 12pm. This file will be send out after all follow up meeting.</a:t>
            </a:r>
          </a:p>
          <a:p>
            <a:pPr>
              <a:buFontTx/>
              <a:buChar char="-"/>
            </a:pPr>
            <a:r>
              <a:rPr lang="en-US" sz="3600" dirty="0"/>
              <a:t>This phase aims to be finished </a:t>
            </a:r>
            <a:r>
              <a:rPr lang="en-US" sz="3600" dirty="0" smtClean="0"/>
              <a:t>on July 10th</a:t>
            </a:r>
            <a:r>
              <a:rPr lang="en-US" sz="3600" dirty="0"/>
              <a:t>, however we plan to keep doing maintenance, creating other reports, etc. according to </a:t>
            </a:r>
            <a:r>
              <a:rPr lang="en-US" sz="3600" dirty="0" err="1"/>
              <a:t>Intelma´s</a:t>
            </a:r>
            <a:r>
              <a:rPr lang="en-US" sz="3600" dirty="0"/>
              <a:t> demand.</a:t>
            </a:r>
          </a:p>
        </p:txBody>
      </p:sp>
      <p:pic>
        <p:nvPicPr>
          <p:cNvPr id="5" name="Shape 249"/>
          <p:cNvPicPr preferRelativeResize="0"/>
          <p:nvPr/>
        </p:nvPicPr>
        <p:blipFill>
          <a:blip r:embed="rId2">
            <a:alphaModFix/>
          </a:blip>
          <a:stretch>
            <a:fillRect/>
          </a:stretch>
        </p:blipFill>
        <p:spPr>
          <a:xfrm>
            <a:off x="18640425" y="693326"/>
            <a:ext cx="4981575" cy="1457325"/>
          </a:xfrm>
          <a:prstGeom prst="rect">
            <a:avLst/>
          </a:prstGeom>
          <a:noFill/>
          <a:ln>
            <a:noFill/>
          </a:ln>
        </p:spPr>
      </p:pic>
      <p:sp>
        <p:nvSpPr>
          <p:cNvPr id="4" name="Rectangle 3"/>
          <p:cNvSpPr>
            <a:spLocks noChangeArrowheads="1"/>
          </p:cNvSpPr>
          <p:nvPr/>
        </p:nvSpPr>
        <p:spPr bwMode="auto">
          <a:xfrm>
            <a:off x="152400" y="2425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pt-BR"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00234262"/>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8"/>
            <a:ext cx="22860000" cy="8585200"/>
          </a:xfrm>
          <a:prstGeom prst="rect">
            <a:avLst/>
          </a:prstGeom>
        </p:spPr>
        <p:txBody>
          <a:bodyPr>
            <a:noAutofit/>
          </a:bodyPr>
          <a:lstStyle/>
          <a:p>
            <a:pPr marL="0" indent="0">
              <a:buNone/>
            </a:pPr>
            <a:r>
              <a:rPr lang="en-US" sz="3600" b="1" dirty="0" smtClean="0"/>
              <a:t>Scope</a:t>
            </a:r>
            <a:r>
              <a:rPr lang="en-US" sz="3600" dirty="0" smtClean="0"/>
              <a:t/>
            </a:r>
            <a:br>
              <a:rPr lang="en-US" sz="3600" dirty="0" smtClean="0"/>
            </a:br>
            <a:r>
              <a:rPr lang="en-US" sz="3600" dirty="0" smtClean="0"/>
              <a:t/>
            </a:r>
            <a:br>
              <a:rPr lang="en-US" sz="3600" dirty="0" smtClean="0"/>
            </a:br>
            <a:r>
              <a:rPr lang="en-US" sz="3600" dirty="0" smtClean="0"/>
              <a:t>The OPM will be an application that will work in a WEB environment that will allow users to enter the activities of monitoring network, manage and generate reports, the general functions of the application are:</a:t>
            </a:r>
            <a:endParaRPr lang="en-US" sz="3600" dirty="0"/>
          </a:p>
          <a:p>
            <a:pPr>
              <a:buFontTx/>
              <a:buChar char="-"/>
            </a:pPr>
            <a:r>
              <a:rPr lang="en-US" sz="3600" dirty="0" smtClean="0"/>
              <a:t>Dashboard </a:t>
            </a:r>
          </a:p>
          <a:p>
            <a:pPr>
              <a:buFontTx/>
              <a:buChar char="-"/>
            </a:pPr>
            <a:r>
              <a:rPr lang="en-US" sz="3600" dirty="0" smtClean="0"/>
              <a:t>KPI Lab</a:t>
            </a:r>
          </a:p>
          <a:p>
            <a:pPr>
              <a:buFontTx/>
              <a:buChar char="-"/>
            </a:pPr>
            <a:r>
              <a:rPr lang="en-US" sz="3600" dirty="0" smtClean="0"/>
              <a:t>Reports</a:t>
            </a:r>
          </a:p>
          <a:p>
            <a:pPr>
              <a:buFontTx/>
              <a:buChar char="-"/>
            </a:pPr>
            <a:r>
              <a:rPr lang="en-US" sz="3600" dirty="0" smtClean="0"/>
              <a:t>Notifications </a:t>
            </a:r>
          </a:p>
          <a:p>
            <a:pPr>
              <a:buFontTx/>
              <a:buChar char="-"/>
            </a:pPr>
            <a:r>
              <a:rPr lang="en-US" sz="3600" dirty="0" err="1" smtClean="0"/>
              <a:t>Softalarms</a:t>
            </a:r>
            <a:endParaRPr lang="en-US" sz="3600" dirty="0" smtClean="0"/>
          </a:p>
          <a:p>
            <a:pPr>
              <a:buFontTx/>
              <a:buChar char="-"/>
            </a:pPr>
            <a:endParaRPr lang="en-US" sz="3600" dirty="0" smtClean="0"/>
          </a:p>
          <a:p>
            <a:pPr marL="0" indent="0">
              <a:buNone/>
            </a:pPr>
            <a:r>
              <a:rPr lang="en-US" sz="3600" dirty="0" smtClean="0"/>
              <a:t>OPM intend to be friendly user and allow to add expansible modules, new reports, etc…</a:t>
            </a:r>
            <a:endParaRPr lang="es-MX" sz="3600" dirty="0" smtClean="0"/>
          </a:p>
          <a:p>
            <a:pPr>
              <a:buNone/>
            </a:pPr>
            <a:r>
              <a:rPr lang="en-US" sz="3600" dirty="0" smtClean="0"/>
              <a:t>	</a:t>
            </a:r>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3420256781"/>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7"/>
            <a:ext cx="22860000" cy="10258061"/>
          </a:xfrm>
          <a:prstGeom prst="rect">
            <a:avLst/>
          </a:prstGeom>
        </p:spPr>
        <p:txBody>
          <a:bodyPr>
            <a:noAutofit/>
          </a:bodyPr>
          <a:lstStyle/>
          <a:p>
            <a:pPr>
              <a:buNone/>
            </a:pPr>
            <a:r>
              <a:rPr lang="es-MX" sz="3600" b="1" dirty="0" smtClean="0"/>
              <a:t>Modules</a:t>
            </a:r>
          </a:p>
          <a:p>
            <a:pPr>
              <a:buFontTx/>
              <a:buChar char="-"/>
            </a:pPr>
            <a:r>
              <a:rPr lang="en-US" sz="3200" dirty="0"/>
              <a:t>Accounts</a:t>
            </a:r>
            <a:br>
              <a:rPr lang="en-US" sz="3200" dirty="0"/>
            </a:br>
            <a:r>
              <a:rPr lang="en-US" sz="3200" dirty="0"/>
              <a:t>In this module the final user has the possibility to manage user profile settings.</a:t>
            </a:r>
          </a:p>
          <a:p>
            <a:pPr>
              <a:buFontTx/>
              <a:buChar char="-"/>
            </a:pPr>
            <a:r>
              <a:rPr lang="en-US" sz="3200" dirty="0" smtClean="0"/>
              <a:t>Dashboards</a:t>
            </a:r>
            <a:br>
              <a:rPr lang="en-US" sz="3200" dirty="0" smtClean="0"/>
            </a:br>
            <a:r>
              <a:rPr lang="en-US" sz="3200" dirty="0" smtClean="0"/>
              <a:t>In this module the final user has the possibility to interact with different widgets (12/24 chart, KPI level, Number of nodes, Worst/Best nodes and last </a:t>
            </a:r>
            <a:r>
              <a:rPr lang="en-US" sz="3200" dirty="0" err="1" smtClean="0"/>
              <a:t>rop</a:t>
            </a:r>
            <a:r>
              <a:rPr lang="en-US" sz="3200" dirty="0" smtClean="0"/>
              <a:t> KPI), these widgets show KPI information. Also the </a:t>
            </a:r>
            <a:r>
              <a:rPr lang="en-US" sz="3200" dirty="0"/>
              <a:t>h</a:t>
            </a:r>
            <a:r>
              <a:rPr lang="en-US" sz="3200" dirty="0" smtClean="0"/>
              <a:t>as the possibility to export dashboards in PDF.</a:t>
            </a:r>
          </a:p>
          <a:p>
            <a:pPr>
              <a:buFontTx/>
              <a:buChar char="-"/>
            </a:pPr>
            <a:r>
              <a:rPr lang="es-MX" sz="3200" dirty="0" smtClean="0"/>
              <a:t>KPI </a:t>
            </a:r>
            <a:r>
              <a:rPr lang="es-MX" sz="3200" dirty="0" err="1" smtClean="0"/>
              <a:t>Lab</a:t>
            </a:r>
            <a:r>
              <a:rPr lang="es-MX" sz="3200" dirty="0" smtClean="0"/>
              <a:t/>
            </a:r>
            <a:br>
              <a:rPr lang="es-MX" sz="3200" dirty="0" smtClean="0"/>
            </a:br>
            <a:r>
              <a:rPr lang="en-US" sz="3200" dirty="0"/>
              <a:t>In this module the final user has the possibility to </a:t>
            </a:r>
            <a:r>
              <a:rPr lang="en-US" sz="3200" dirty="0" smtClean="0"/>
              <a:t>create custom KPI formulas.</a:t>
            </a:r>
          </a:p>
          <a:p>
            <a:pPr>
              <a:buFontTx/>
              <a:buChar char="-"/>
            </a:pPr>
            <a:r>
              <a:rPr lang="en-US" sz="3200" dirty="0" smtClean="0"/>
              <a:t>Reports</a:t>
            </a:r>
            <a:br>
              <a:rPr lang="en-US" sz="3200" dirty="0" smtClean="0"/>
            </a:br>
            <a:r>
              <a:rPr lang="en-US" sz="3200" dirty="0"/>
              <a:t>In this module the final user has the possibility to </a:t>
            </a:r>
            <a:r>
              <a:rPr lang="en-US" sz="3200" dirty="0" smtClean="0"/>
              <a:t>create reports from historical data and export them to CSV format.</a:t>
            </a:r>
          </a:p>
          <a:p>
            <a:pPr>
              <a:buFontTx/>
              <a:buChar char="-"/>
            </a:pPr>
            <a:r>
              <a:rPr lang="en-US" sz="3200" dirty="0" smtClean="0"/>
              <a:t>Loading monitor</a:t>
            </a:r>
            <a:r>
              <a:rPr lang="en-US" sz="3200" dirty="0"/>
              <a:t/>
            </a:r>
            <a:br>
              <a:rPr lang="en-US" sz="3200" dirty="0"/>
            </a:br>
            <a:r>
              <a:rPr lang="en-US" sz="3200" dirty="0"/>
              <a:t>In this module the final user has the possibility to </a:t>
            </a:r>
            <a:r>
              <a:rPr lang="en-US" sz="3200" dirty="0" smtClean="0"/>
              <a:t>see the data loading status for each KPI.</a:t>
            </a:r>
          </a:p>
          <a:p>
            <a:pPr>
              <a:buFontTx/>
              <a:buChar char="-"/>
            </a:pPr>
            <a:endParaRPr lang="en-US" sz="2800" dirty="0" smtClean="0"/>
          </a:p>
          <a:p>
            <a:pPr>
              <a:buFontTx/>
              <a:buChar char="-"/>
            </a:pPr>
            <a:endParaRPr lang="en-US" sz="3600" dirty="0"/>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1881374087"/>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7"/>
            <a:ext cx="22860000" cy="10258061"/>
          </a:xfrm>
          <a:prstGeom prst="rect">
            <a:avLst/>
          </a:prstGeom>
        </p:spPr>
        <p:txBody>
          <a:bodyPr>
            <a:noAutofit/>
          </a:bodyPr>
          <a:lstStyle/>
          <a:p>
            <a:pPr>
              <a:buNone/>
            </a:pPr>
            <a:r>
              <a:rPr lang="es-MX" sz="3600" b="1" dirty="0" smtClean="0"/>
              <a:t>Modules</a:t>
            </a:r>
          </a:p>
          <a:p>
            <a:pPr>
              <a:buFontTx/>
              <a:buChar char="-"/>
            </a:pPr>
            <a:r>
              <a:rPr lang="en-US" sz="3600" dirty="0"/>
              <a:t>Notifications</a:t>
            </a:r>
            <a:br>
              <a:rPr lang="en-US" sz="3600" dirty="0"/>
            </a:br>
            <a:r>
              <a:rPr lang="en-US" sz="3600" dirty="0"/>
              <a:t>In this module the final user has the possibility to make automatic monitoring the status of nodes/cells via notifications sent by email/</a:t>
            </a:r>
            <a:r>
              <a:rPr lang="en-US" sz="3600" dirty="0" err="1"/>
              <a:t>sms</a:t>
            </a:r>
            <a:r>
              <a:rPr lang="en-US" sz="3600" dirty="0"/>
              <a:t> or directly to any host.</a:t>
            </a:r>
          </a:p>
          <a:p>
            <a:pPr>
              <a:buFontTx/>
              <a:buChar char="-"/>
            </a:pPr>
            <a:r>
              <a:rPr lang="en-US" sz="3600" dirty="0" err="1"/>
              <a:t>Softalarms</a:t>
            </a:r>
            <a:r>
              <a:rPr lang="en-US" sz="3600" dirty="0"/>
              <a:t/>
            </a:r>
            <a:br>
              <a:rPr lang="en-US" sz="3600" dirty="0"/>
            </a:br>
            <a:r>
              <a:rPr lang="en-US" sz="3600" dirty="0"/>
              <a:t>In this module the final user has the possibility to create reports from OSS data and sent them as text file to any host.</a:t>
            </a:r>
          </a:p>
          <a:p>
            <a:pPr>
              <a:buFontTx/>
              <a:buChar char="-"/>
            </a:pPr>
            <a:endParaRPr lang="en-US" sz="3600" dirty="0"/>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758303919"/>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8"/>
            <a:ext cx="22860000" cy="8585200"/>
          </a:xfrm>
          <a:prstGeom prst="rect">
            <a:avLst/>
          </a:prstGeom>
        </p:spPr>
        <p:txBody>
          <a:bodyPr>
            <a:noAutofit/>
          </a:bodyPr>
          <a:lstStyle/>
          <a:p>
            <a:pPr>
              <a:buNone/>
            </a:pPr>
            <a:r>
              <a:rPr lang="es-MX" sz="3600" b="1" dirty="0" err="1" smtClean="0"/>
              <a:t>User</a:t>
            </a:r>
            <a:r>
              <a:rPr lang="es-MX" sz="3600" b="1" dirty="0" smtClean="0"/>
              <a:t> </a:t>
            </a:r>
            <a:r>
              <a:rPr lang="es-MX" sz="3600" b="1" dirty="0" err="1" smtClean="0"/>
              <a:t>types</a:t>
            </a:r>
            <a:endParaRPr lang="es-MX" sz="3600" b="1" dirty="0" smtClean="0"/>
          </a:p>
          <a:p>
            <a:pPr>
              <a:buNone/>
            </a:pPr>
            <a:r>
              <a:rPr lang="en-US" sz="3600" dirty="0" smtClean="0"/>
              <a:t>The OPM will have </a:t>
            </a:r>
            <a:r>
              <a:rPr lang="en-US" sz="3600" dirty="0"/>
              <a:t>3</a:t>
            </a:r>
            <a:r>
              <a:rPr lang="en-US" sz="3600" dirty="0" smtClean="0"/>
              <a:t> user types</a:t>
            </a:r>
          </a:p>
          <a:p>
            <a:pPr>
              <a:buFontTx/>
              <a:buChar char="-"/>
            </a:pPr>
            <a:r>
              <a:rPr lang="en-US" sz="3600" dirty="0" smtClean="0"/>
              <a:t>Administrator</a:t>
            </a:r>
          </a:p>
          <a:p>
            <a:pPr>
              <a:buFontTx/>
              <a:buChar char="-"/>
            </a:pPr>
            <a:r>
              <a:rPr lang="en-US" sz="3600" dirty="0" smtClean="0"/>
              <a:t>Operator</a:t>
            </a:r>
          </a:p>
          <a:p>
            <a:pPr>
              <a:buFontTx/>
              <a:buChar char="-"/>
            </a:pPr>
            <a:r>
              <a:rPr lang="en-US" sz="3600" dirty="0" smtClean="0"/>
              <a:t>User</a:t>
            </a:r>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1903575695"/>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8"/>
            <a:ext cx="22860000" cy="8585200"/>
          </a:xfrm>
          <a:prstGeom prst="rect">
            <a:avLst/>
          </a:prstGeom>
        </p:spPr>
        <p:txBody>
          <a:bodyPr>
            <a:noAutofit/>
          </a:bodyPr>
          <a:lstStyle/>
          <a:p>
            <a:pPr>
              <a:buNone/>
            </a:pPr>
            <a:r>
              <a:rPr lang="en-US" sz="3600" b="1" dirty="0" smtClean="0"/>
              <a:t>Regulatory policies</a:t>
            </a:r>
            <a:endParaRPr lang="en-US" sz="3600" dirty="0" smtClean="0"/>
          </a:p>
          <a:p>
            <a:pPr>
              <a:buNone/>
            </a:pPr>
            <a:r>
              <a:rPr lang="en-US" sz="3600" dirty="0" smtClean="0"/>
              <a:t>	The application will be developed by open license software </a:t>
            </a:r>
            <a:r>
              <a:rPr lang="es-MX" sz="3600" dirty="0" err="1" smtClean="0"/>
              <a:t>for</a:t>
            </a:r>
            <a:r>
              <a:rPr lang="es-MX" sz="3600" dirty="0" smtClean="0"/>
              <a:t> </a:t>
            </a:r>
            <a:r>
              <a:rPr lang="es-MX" sz="3600" dirty="0" err="1" smtClean="0"/>
              <a:t>this</a:t>
            </a:r>
            <a:r>
              <a:rPr lang="es-MX" sz="3600" dirty="0" smtClean="0"/>
              <a:t> </a:t>
            </a:r>
            <a:r>
              <a:rPr lang="es-MX" sz="3600" dirty="0" err="1" smtClean="0"/>
              <a:t>reason</a:t>
            </a:r>
            <a:r>
              <a:rPr lang="en-US" sz="3600" dirty="0" smtClean="0"/>
              <a:t> Intelma Consulting will not have to pay for the use of any freeware, therefore, the use of these programs will be done through the policies established by this type of licensing.</a:t>
            </a:r>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1617175941"/>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8"/>
            <a:ext cx="22860000" cy="8585200"/>
          </a:xfrm>
          <a:prstGeom prst="rect">
            <a:avLst/>
          </a:prstGeom>
        </p:spPr>
        <p:txBody>
          <a:bodyPr>
            <a:noAutofit/>
          </a:bodyPr>
          <a:lstStyle/>
          <a:p>
            <a:pPr marL="0" indent="0">
              <a:buNone/>
            </a:pPr>
            <a:r>
              <a:rPr lang="es-MX" sz="3600" b="1" dirty="0" smtClean="0"/>
              <a:t>Hardware </a:t>
            </a:r>
            <a:r>
              <a:rPr lang="es-MX" sz="3600" b="1" dirty="0" err="1" smtClean="0"/>
              <a:t>Requirements</a:t>
            </a:r>
            <a:r>
              <a:rPr lang="es-MX" sz="3600" b="1" dirty="0" smtClean="0"/>
              <a:t>:</a:t>
            </a:r>
          </a:p>
          <a:p>
            <a:pPr marL="0" indent="0">
              <a:buNone/>
            </a:pPr>
            <a:r>
              <a:rPr lang="es-MX" sz="3600" dirty="0" err="1" smtClean="0"/>
              <a:t>Minimum</a:t>
            </a:r>
            <a:r>
              <a:rPr lang="es-MX" sz="3600" dirty="0" smtClean="0"/>
              <a:t> </a:t>
            </a:r>
            <a:r>
              <a:rPr lang="es-MX" sz="3600" dirty="0" err="1" smtClean="0"/>
              <a:t>requirements</a:t>
            </a:r>
            <a:endParaRPr lang="en-US" sz="3600" b="1" dirty="0" smtClean="0"/>
          </a:p>
          <a:p>
            <a:pPr>
              <a:buNone/>
            </a:pPr>
            <a:r>
              <a:rPr lang="en-US" sz="3600" dirty="0" smtClean="0"/>
              <a:t>	16 processors (cores and 32 threads) 2.5 GHz</a:t>
            </a:r>
            <a:br>
              <a:rPr lang="en-US" sz="3600" dirty="0" smtClean="0"/>
            </a:br>
            <a:r>
              <a:rPr lang="en-US" sz="3600" dirty="0" smtClean="0"/>
              <a:t>170 GB in RAM (DDR3)</a:t>
            </a:r>
            <a:br>
              <a:rPr lang="en-US" sz="3600" dirty="0" smtClean="0"/>
            </a:br>
            <a:r>
              <a:rPr lang="en-US" sz="3600" dirty="0" smtClean="0"/>
              <a:t>2 TBs on hard disk </a:t>
            </a:r>
            <a:r>
              <a:rPr lang="en-US" sz="3600" dirty="0"/>
              <a:t>(for operating system </a:t>
            </a:r>
            <a:r>
              <a:rPr lang="en-US" sz="3600" dirty="0" smtClean="0"/>
              <a:t>and storage of the BD)</a:t>
            </a:r>
          </a:p>
          <a:p>
            <a:pPr>
              <a:buNone/>
            </a:pPr>
            <a:r>
              <a:rPr lang="es-MX" sz="3600" dirty="0" err="1" smtClean="0"/>
              <a:t>Recommended</a:t>
            </a:r>
            <a:r>
              <a:rPr lang="es-MX" sz="3600" dirty="0" smtClean="0"/>
              <a:t> </a:t>
            </a:r>
            <a:r>
              <a:rPr lang="es-MX" sz="3600" dirty="0" err="1" smtClean="0"/>
              <a:t>requirements</a:t>
            </a:r>
            <a:endParaRPr lang="es-MX" sz="3600" dirty="0" smtClean="0"/>
          </a:p>
          <a:p>
            <a:pPr>
              <a:buNone/>
            </a:pPr>
            <a:r>
              <a:rPr lang="es-MX" sz="3600" dirty="0" smtClean="0"/>
              <a:t>	</a:t>
            </a:r>
            <a:r>
              <a:rPr lang="en-US" sz="3600" dirty="0"/>
              <a:t>16 processors (cores and 32 threads) 2.5 GHz</a:t>
            </a:r>
            <a:br>
              <a:rPr lang="en-US" sz="3600" dirty="0"/>
            </a:br>
            <a:r>
              <a:rPr lang="en-US" sz="3600" dirty="0" smtClean="0"/>
              <a:t>256 GB in RAM (DDR3)</a:t>
            </a:r>
            <a:br>
              <a:rPr lang="en-US" sz="3600" dirty="0" smtClean="0"/>
            </a:br>
            <a:r>
              <a:rPr lang="en-US" sz="3600" dirty="0"/>
              <a:t>5 TBs hard </a:t>
            </a:r>
            <a:r>
              <a:rPr lang="en-US" sz="3600" dirty="0" smtClean="0"/>
              <a:t>drive (for operating system and storage of the BD)</a:t>
            </a:r>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3543855188"/>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2371313"/>
            <a:ext cx="22860000" cy="10188239"/>
          </a:xfrm>
          <a:prstGeom prst="rect">
            <a:avLst/>
          </a:prstGeom>
        </p:spPr>
        <p:txBody>
          <a:bodyPr>
            <a:noAutofit/>
          </a:bodyPr>
          <a:lstStyle/>
          <a:p>
            <a:pPr marL="0" indent="0">
              <a:buNone/>
            </a:pPr>
            <a:r>
              <a:rPr lang="es-MX" sz="3600" b="1" dirty="0" smtClean="0"/>
              <a:t>Software </a:t>
            </a:r>
            <a:r>
              <a:rPr lang="es-MX" sz="3600" b="1" dirty="0" err="1" smtClean="0"/>
              <a:t>Requirements</a:t>
            </a:r>
            <a:r>
              <a:rPr lang="es-MX" sz="3600" b="1" dirty="0" smtClean="0"/>
              <a:t>:</a:t>
            </a:r>
          </a:p>
          <a:p>
            <a:pPr marL="0" indent="0">
              <a:buNone/>
            </a:pPr>
            <a:r>
              <a:rPr lang="es-MX" sz="3600" b="1" dirty="0"/>
              <a:t>	</a:t>
            </a:r>
            <a:r>
              <a:rPr lang="es-MX" sz="3600" b="1" dirty="0" smtClean="0"/>
              <a:t>BE</a:t>
            </a:r>
          </a:p>
          <a:p>
            <a:pPr>
              <a:buNone/>
            </a:pPr>
            <a:r>
              <a:rPr lang="es-MX" sz="3600" dirty="0" smtClean="0"/>
              <a:t>	</a:t>
            </a:r>
            <a:r>
              <a:rPr lang="es-MX" sz="3600" dirty="0" err="1"/>
              <a:t>Operating</a:t>
            </a:r>
            <a:r>
              <a:rPr lang="es-MX" sz="3600" dirty="0"/>
              <a:t> </a:t>
            </a:r>
            <a:r>
              <a:rPr lang="es-MX" sz="3600" dirty="0" err="1"/>
              <a:t>System</a:t>
            </a:r>
            <a:r>
              <a:rPr lang="es-MX" sz="3600" dirty="0"/>
              <a:t> (</a:t>
            </a:r>
            <a:r>
              <a:rPr lang="es-MX" sz="3600" dirty="0" err="1"/>
              <a:t>CentOS</a:t>
            </a:r>
            <a:r>
              <a:rPr lang="es-MX" sz="3600" dirty="0"/>
              <a:t> 7)</a:t>
            </a:r>
            <a:br>
              <a:rPr lang="es-MX" sz="3600" dirty="0"/>
            </a:br>
            <a:r>
              <a:rPr lang="es-MX" sz="3600" dirty="0"/>
              <a:t>Cassandra 3.11</a:t>
            </a:r>
            <a:br>
              <a:rPr lang="es-MX" sz="3600" dirty="0"/>
            </a:br>
            <a:r>
              <a:rPr lang="es-MX" sz="3600" dirty="0" err="1"/>
              <a:t>Elasticsearch</a:t>
            </a:r>
            <a:r>
              <a:rPr lang="es-MX" sz="3600" dirty="0"/>
              <a:t> 6.1.2</a:t>
            </a:r>
            <a:br>
              <a:rPr lang="es-MX" sz="3600" dirty="0"/>
            </a:br>
            <a:r>
              <a:rPr lang="es-MX" sz="3600" dirty="0" err="1"/>
              <a:t>RabbitMQ</a:t>
            </a:r>
            <a:r>
              <a:rPr lang="es-MX" sz="3600" dirty="0"/>
              <a:t> 3.6</a:t>
            </a:r>
          </a:p>
          <a:p>
            <a:pPr lvl="1">
              <a:spcBef>
                <a:spcPts val="0"/>
              </a:spcBef>
              <a:buNone/>
            </a:pPr>
            <a:r>
              <a:rPr lang="es-MX" sz="3600" dirty="0"/>
              <a:t>Java 1.8u131 </a:t>
            </a:r>
            <a:r>
              <a:rPr lang="es-MX" sz="3600" dirty="0" smtClean="0"/>
              <a:t>64bits</a:t>
            </a:r>
          </a:p>
          <a:p>
            <a:pPr lvl="1">
              <a:spcBef>
                <a:spcPts val="0"/>
              </a:spcBef>
              <a:buNone/>
            </a:pPr>
            <a:endParaRPr lang="es-MX" sz="3600" dirty="0"/>
          </a:p>
          <a:p>
            <a:pPr lvl="1">
              <a:spcBef>
                <a:spcPts val="0"/>
              </a:spcBef>
              <a:buNone/>
            </a:pPr>
            <a:r>
              <a:rPr lang="es-MX" sz="3600" b="1" dirty="0"/>
              <a:t>F</a:t>
            </a:r>
            <a:r>
              <a:rPr lang="es-MX" sz="3600" b="1" dirty="0" smtClean="0"/>
              <a:t>E</a:t>
            </a:r>
            <a:endParaRPr lang="es-MX" sz="3600" dirty="0" smtClean="0"/>
          </a:p>
          <a:p>
            <a:pPr lvl="1">
              <a:spcBef>
                <a:spcPts val="0"/>
              </a:spcBef>
              <a:buNone/>
            </a:pPr>
            <a:r>
              <a:rPr lang="es-MX" sz="3600" dirty="0" smtClean="0"/>
              <a:t>Angular 4, </a:t>
            </a:r>
            <a:r>
              <a:rPr lang="es-MX" sz="3600" dirty="0" err="1" smtClean="0"/>
              <a:t>nodejs</a:t>
            </a:r>
            <a:r>
              <a:rPr lang="es-MX" sz="3600" dirty="0" smtClean="0"/>
              <a:t> 7.10</a:t>
            </a:r>
          </a:p>
          <a:p>
            <a:pPr lvl="1">
              <a:spcBef>
                <a:spcPts val="0"/>
              </a:spcBef>
              <a:buNone/>
            </a:pPr>
            <a:r>
              <a:rPr lang="en-US" sz="3600" dirty="0" err="1"/>
              <a:t>chartjs</a:t>
            </a:r>
            <a:r>
              <a:rPr lang="en-US" sz="3600" dirty="0" smtClean="0"/>
              <a:t>,</a:t>
            </a:r>
          </a:p>
          <a:p>
            <a:pPr lvl="1">
              <a:spcBef>
                <a:spcPts val="0"/>
              </a:spcBef>
              <a:buNone/>
            </a:pPr>
            <a:r>
              <a:rPr lang="es-MX" sz="3600" dirty="0"/>
              <a:t>angular-</a:t>
            </a:r>
            <a:r>
              <a:rPr lang="es-MX" sz="3600" dirty="0" err="1"/>
              <a:t>moment</a:t>
            </a:r>
            <a:r>
              <a:rPr lang="es-MX" sz="3600" dirty="0"/>
              <a:t> </a:t>
            </a:r>
            <a:endParaRPr lang="en-US" sz="3600" dirty="0" smtClean="0"/>
          </a:p>
          <a:p>
            <a:pPr lvl="1">
              <a:spcBef>
                <a:spcPts val="0"/>
              </a:spcBef>
              <a:buNone/>
            </a:pPr>
            <a:r>
              <a:rPr lang="en-US" sz="3600" dirty="0" smtClean="0"/>
              <a:t>file-saver</a:t>
            </a:r>
          </a:p>
          <a:p>
            <a:pPr lvl="1">
              <a:spcBef>
                <a:spcPts val="0"/>
              </a:spcBef>
              <a:buNone/>
            </a:pPr>
            <a:r>
              <a:rPr lang="en-US" sz="3600" dirty="0" smtClean="0"/>
              <a:t>Json2cvs</a:t>
            </a:r>
          </a:p>
          <a:p>
            <a:pPr lvl="1">
              <a:spcBef>
                <a:spcPts val="0"/>
              </a:spcBef>
              <a:buNone/>
            </a:pPr>
            <a:r>
              <a:rPr lang="en-US" sz="3600" dirty="0" smtClean="0"/>
              <a:t>Angular </a:t>
            </a:r>
            <a:r>
              <a:rPr lang="en-US" sz="3600" dirty="0" err="1" smtClean="0"/>
              <a:t>Matirial</a:t>
            </a:r>
            <a:endParaRPr lang="en-US" sz="3600" dirty="0" smtClean="0"/>
          </a:p>
          <a:p>
            <a:pPr lvl="1">
              <a:spcBef>
                <a:spcPts val="0"/>
              </a:spcBef>
              <a:buNone/>
            </a:pPr>
            <a:r>
              <a:rPr lang="es-MX" sz="3600" dirty="0" err="1"/>
              <a:t>nginx</a:t>
            </a:r>
            <a:r>
              <a:rPr lang="es-MX" sz="3600" dirty="0"/>
              <a:t> </a:t>
            </a:r>
            <a:r>
              <a:rPr lang="es-MX" sz="3600" dirty="0" smtClean="0"/>
              <a:t>1.13.5-1 (Server)</a:t>
            </a:r>
            <a:endParaRPr lang="es-MX" sz="3600" dirty="0"/>
          </a:p>
          <a:p>
            <a:pPr>
              <a:buNone/>
            </a:pPr>
            <a:endParaRPr lang="es-MX" sz="3600" dirty="0" smtClean="0"/>
          </a:p>
          <a:p>
            <a:pPr>
              <a:buNone/>
            </a:pPr>
            <a:endParaRPr lang="en-US" sz="3600" dirty="0" smtClean="0"/>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3126298126"/>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8"/>
            <a:ext cx="22860000" cy="8585200"/>
          </a:xfrm>
          <a:prstGeom prst="rect">
            <a:avLst/>
          </a:prstGeom>
        </p:spPr>
        <p:txBody>
          <a:bodyPr>
            <a:noAutofit/>
          </a:bodyPr>
          <a:lstStyle/>
          <a:p>
            <a:pPr>
              <a:buNone/>
            </a:pPr>
            <a:r>
              <a:rPr lang="es-MX" sz="3600" b="1" dirty="0" err="1"/>
              <a:t>Other</a:t>
            </a:r>
            <a:r>
              <a:rPr lang="es-MX" sz="3600" b="1" dirty="0"/>
              <a:t> </a:t>
            </a:r>
            <a:r>
              <a:rPr lang="es-MX" sz="3600" b="1" dirty="0" err="1" smtClean="0"/>
              <a:t>Requirements</a:t>
            </a:r>
            <a:r>
              <a:rPr lang="es-MX" sz="3600" b="1" dirty="0" smtClean="0"/>
              <a:t> BE:</a:t>
            </a:r>
            <a:endParaRPr lang="es-MX" sz="3600" b="1" dirty="0"/>
          </a:p>
          <a:p>
            <a:pPr>
              <a:buNone/>
            </a:pPr>
            <a:r>
              <a:rPr lang="es-MX" sz="3600" b="1" dirty="0"/>
              <a:t>	</a:t>
            </a:r>
            <a:endParaRPr lang="es-MX" sz="3600" b="1" dirty="0" smtClean="0"/>
          </a:p>
          <a:p>
            <a:pPr>
              <a:buNone/>
            </a:pPr>
            <a:r>
              <a:rPr lang="es-MX" sz="3600" b="1" dirty="0"/>
              <a:t>	</a:t>
            </a:r>
            <a:r>
              <a:rPr lang="en-US" sz="3600" dirty="0" smtClean="0"/>
              <a:t>Fixed IP public (preferably)</a:t>
            </a:r>
            <a:br>
              <a:rPr lang="en-US" sz="3600" dirty="0" smtClean="0"/>
            </a:br>
            <a:r>
              <a:rPr lang="en-US" sz="3600" dirty="0" smtClean="0"/>
              <a:t>Internet access to install dependencies</a:t>
            </a:r>
            <a:br>
              <a:rPr lang="en-US" sz="3600" dirty="0" smtClean="0"/>
            </a:br>
            <a:r>
              <a:rPr lang="en-US" sz="3600" dirty="0" smtClean="0"/>
              <a:t>Root permissions for port, firewall and service configurations</a:t>
            </a:r>
            <a:endParaRPr lang="es-MX" sz="3600" b="1" dirty="0" smtClean="0"/>
          </a:p>
          <a:p>
            <a:pPr>
              <a:buNone/>
            </a:pPr>
            <a:endParaRPr lang="es-MX" sz="3600" dirty="0" smtClean="0"/>
          </a:p>
          <a:p>
            <a:pPr>
              <a:buNone/>
            </a:pPr>
            <a:endParaRPr lang="en-US" sz="3600" dirty="0" smtClean="0"/>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2076247133"/>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8"/>
            <a:ext cx="22860000" cy="8585200"/>
          </a:xfrm>
          <a:prstGeom prst="rect">
            <a:avLst/>
          </a:prstGeom>
        </p:spPr>
        <p:txBody>
          <a:bodyPr>
            <a:noAutofit/>
          </a:bodyPr>
          <a:lstStyle/>
          <a:p>
            <a:pPr>
              <a:buNone/>
            </a:pPr>
            <a:r>
              <a:rPr lang="es-MX" sz="3600" b="1" dirty="0" err="1"/>
              <a:t>Other</a:t>
            </a:r>
            <a:r>
              <a:rPr lang="es-MX" sz="3600" b="1" dirty="0"/>
              <a:t> </a:t>
            </a:r>
            <a:r>
              <a:rPr lang="es-MX" sz="3600" b="1" dirty="0" err="1" smtClean="0"/>
              <a:t>Requirements</a:t>
            </a:r>
            <a:r>
              <a:rPr lang="es-MX" sz="3600" b="1" dirty="0" smtClean="0"/>
              <a:t> FE:</a:t>
            </a:r>
          </a:p>
          <a:p>
            <a:pPr>
              <a:buNone/>
            </a:pPr>
            <a:r>
              <a:rPr lang="es-MX" sz="3600" b="1" dirty="0" smtClean="0"/>
              <a:t>Browser 				</a:t>
            </a:r>
            <a:r>
              <a:rPr lang="es-MX" sz="3600" b="1" dirty="0" err="1" smtClean="0"/>
              <a:t>Supported</a:t>
            </a:r>
            <a:r>
              <a:rPr lang="es-MX" sz="3600" b="1" dirty="0" smtClean="0"/>
              <a:t> </a:t>
            </a:r>
            <a:r>
              <a:rPr lang="es-MX" sz="3600" b="1" dirty="0" err="1"/>
              <a:t>versions</a:t>
            </a:r>
            <a:endParaRPr lang="es-MX" sz="3600" b="1" dirty="0"/>
          </a:p>
          <a:p>
            <a:pPr>
              <a:buNone/>
            </a:pPr>
            <a:r>
              <a:rPr lang="es-MX" sz="3600" dirty="0" err="1" smtClean="0"/>
              <a:t>Chrome</a:t>
            </a:r>
            <a:r>
              <a:rPr lang="es-MX" sz="3600" dirty="0" smtClean="0"/>
              <a:t>, Firefox			</a:t>
            </a:r>
            <a:r>
              <a:rPr lang="es-MX" sz="3600" dirty="0" err="1" smtClean="0"/>
              <a:t>latest</a:t>
            </a:r>
            <a:endParaRPr lang="es-MX" sz="3600" dirty="0" smtClean="0"/>
          </a:p>
          <a:p>
            <a:pPr>
              <a:buNone/>
            </a:pPr>
            <a:r>
              <a:rPr lang="es-MX" sz="3600" dirty="0" err="1" smtClean="0"/>
              <a:t>Edge</a:t>
            </a:r>
            <a:r>
              <a:rPr lang="es-MX" sz="3600" dirty="0" smtClean="0"/>
              <a:t>					</a:t>
            </a:r>
            <a:r>
              <a:rPr lang="en-US" sz="3600" dirty="0"/>
              <a:t>2 most recent major versions</a:t>
            </a:r>
          </a:p>
          <a:p>
            <a:pPr>
              <a:buNone/>
            </a:pPr>
            <a:r>
              <a:rPr lang="es-MX" sz="3600" dirty="0" smtClean="0"/>
              <a:t>IE							11</a:t>
            </a:r>
            <a:endParaRPr lang="es-MX" sz="3600" dirty="0"/>
          </a:p>
          <a:p>
            <a:pPr>
              <a:buNone/>
            </a:pPr>
            <a:endParaRPr lang="es-MX" sz="3600" dirty="0"/>
          </a:p>
          <a:p>
            <a:pPr>
              <a:buNone/>
            </a:pPr>
            <a:endParaRPr lang="es-MX" sz="3600" dirty="0"/>
          </a:p>
          <a:p>
            <a:pPr>
              <a:buNone/>
            </a:pPr>
            <a:endParaRPr lang="es-MX" sz="3600" dirty="0"/>
          </a:p>
          <a:p>
            <a:pPr>
              <a:buNone/>
            </a:pPr>
            <a:endParaRPr lang="es-MX" sz="3600" b="1" dirty="0"/>
          </a:p>
          <a:p>
            <a:pPr>
              <a:buNone/>
            </a:pPr>
            <a:endParaRPr lang="es-MX" sz="3600" b="1" dirty="0"/>
          </a:p>
          <a:p>
            <a:pPr>
              <a:buNone/>
            </a:pPr>
            <a:r>
              <a:rPr lang="es-MX" sz="3600" b="1" dirty="0"/>
              <a:t>	</a:t>
            </a:r>
            <a:endParaRPr lang="es-MX" sz="3600" dirty="0" smtClean="0"/>
          </a:p>
          <a:p>
            <a:pPr>
              <a:buNone/>
            </a:pPr>
            <a:endParaRPr lang="en-US" sz="3600" dirty="0" smtClean="0"/>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2184246439"/>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smtClean="0">
                <a:solidFill>
                  <a:srgbClr val="00B0F0"/>
                </a:solidFill>
                <a:latin typeface="Arial Black"/>
                <a:ea typeface="Arial Black"/>
                <a:cs typeface="Arial Black"/>
                <a:sym typeface="Avenir Next Medium"/>
              </a:rPr>
              <a:t>Team </a:t>
            </a:r>
            <a:r>
              <a:rPr lang="pt-BR" sz="6873" dirty="0" err="1" smtClean="0">
                <a:solidFill>
                  <a:srgbClr val="00B0F0"/>
                </a:solidFill>
                <a:latin typeface="Arial Black"/>
                <a:ea typeface="Arial Black"/>
                <a:cs typeface="Arial Black"/>
                <a:sym typeface="Avenir Next Medium"/>
              </a:rPr>
              <a:t>composition</a:t>
            </a:r>
            <a:r>
              <a:rPr lang="pt-BR" sz="6873" dirty="0" smtClean="0">
                <a:solidFill>
                  <a:srgbClr val="00B0F0"/>
                </a:solidFill>
                <a:latin typeface="Arial Black"/>
                <a:ea typeface="Arial Black"/>
                <a:cs typeface="Arial Black"/>
                <a:sym typeface="Avenir Next Medium"/>
              </a:rPr>
              <a:t> &amp; Business case</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4" y="3145117"/>
            <a:ext cx="22860000" cy="9584293"/>
          </a:xfrm>
          <a:prstGeom prst="rect">
            <a:avLst/>
          </a:prstGeom>
        </p:spPr>
        <p:txBody>
          <a:bodyPr>
            <a:noAutofit/>
          </a:bodyPr>
          <a:lstStyle/>
          <a:p>
            <a:pPr marL="0" indent="0">
              <a:buNone/>
            </a:pPr>
            <a:r>
              <a:rPr lang="en-US" sz="3600" b="1" dirty="0" smtClean="0"/>
              <a:t>This is the basic composition of team:</a:t>
            </a:r>
          </a:p>
          <a:p>
            <a:pPr marL="0" indent="0">
              <a:buNone/>
            </a:pPr>
            <a:r>
              <a:rPr lang="en-US" sz="3600" dirty="0" smtClean="0"/>
              <a:t>	- Software Architect - Pablo Gonzalez </a:t>
            </a:r>
            <a:r>
              <a:rPr lang="en-US" sz="3600" dirty="0" smtClean="0">
                <a:hlinkClick r:id="rId2"/>
              </a:rPr>
              <a:t>pablo.ramirez@intelmas.com</a:t>
            </a:r>
            <a:r>
              <a:rPr lang="en-US" sz="3600" dirty="0" smtClean="0"/>
              <a:t> </a:t>
            </a:r>
            <a:endParaRPr lang="es-ES" sz="3600" dirty="0" smtClean="0"/>
          </a:p>
          <a:p>
            <a:pPr marL="0" indent="0">
              <a:buNone/>
            </a:pPr>
            <a:r>
              <a:rPr lang="en-US" sz="3600" dirty="0" smtClean="0"/>
              <a:t>	- BE developer - </a:t>
            </a:r>
            <a:r>
              <a:rPr lang="en-US" sz="3600" dirty="0" err="1" smtClean="0"/>
              <a:t>Brayant</a:t>
            </a:r>
            <a:r>
              <a:rPr lang="en-US" sz="3600" dirty="0" smtClean="0"/>
              <a:t> Monroy </a:t>
            </a:r>
            <a:r>
              <a:rPr lang="en-US" sz="3600" dirty="0" smtClean="0">
                <a:hlinkClick r:id="rId3"/>
              </a:rPr>
              <a:t>brayant.mejia@intelmas.com</a:t>
            </a:r>
            <a:r>
              <a:rPr lang="en-US" sz="3600" dirty="0"/>
              <a:t> </a:t>
            </a:r>
            <a:endParaRPr lang="en-US" sz="3600" dirty="0" smtClean="0"/>
          </a:p>
          <a:p>
            <a:pPr marL="0" indent="0">
              <a:buNone/>
            </a:pPr>
            <a:r>
              <a:rPr lang="en-US" sz="3600" dirty="0"/>
              <a:t>	</a:t>
            </a:r>
            <a:r>
              <a:rPr lang="en-US" sz="3600" dirty="0" smtClean="0"/>
              <a:t>- Administrator/BE developer – Cesar Corona </a:t>
            </a:r>
            <a:r>
              <a:rPr lang="en-US" sz="3600" dirty="0" smtClean="0">
                <a:hlinkClick r:id="rId4"/>
              </a:rPr>
              <a:t>cesar.corona@intelmas.com</a:t>
            </a:r>
            <a:r>
              <a:rPr lang="en-US" sz="3600" dirty="0" smtClean="0"/>
              <a:t> </a:t>
            </a:r>
          </a:p>
          <a:p>
            <a:pPr marL="0" indent="0">
              <a:buNone/>
            </a:pPr>
            <a:r>
              <a:rPr lang="en-US" sz="3600" dirty="0"/>
              <a:t>	</a:t>
            </a:r>
            <a:r>
              <a:rPr lang="en-US" sz="3600" dirty="0" smtClean="0"/>
              <a:t>- FE developer – Martin Rodriguez </a:t>
            </a:r>
            <a:r>
              <a:rPr lang="en-US" sz="3600" dirty="0" smtClean="0">
                <a:hlinkClick r:id="rId5"/>
              </a:rPr>
              <a:t>martin.rodriguez@intelmas.com</a:t>
            </a:r>
            <a:endParaRPr lang="en-US" sz="3600" dirty="0" smtClean="0"/>
          </a:p>
          <a:p>
            <a:pPr marL="0" indent="0">
              <a:buNone/>
            </a:pPr>
            <a:r>
              <a:rPr lang="en-US" sz="3600" dirty="0"/>
              <a:t>	</a:t>
            </a:r>
            <a:r>
              <a:rPr lang="en-US" sz="3600" dirty="0" smtClean="0"/>
              <a:t>- Tester – Alfreddy Hutabarat </a:t>
            </a:r>
            <a:r>
              <a:rPr lang="en-US" sz="3600" dirty="0" smtClean="0">
                <a:hlinkClick r:id="rId6"/>
              </a:rPr>
              <a:t>alfreddy.baringin@intelmas.com</a:t>
            </a:r>
            <a:r>
              <a:rPr lang="en-US" sz="3600" dirty="0"/>
              <a:t> </a:t>
            </a:r>
            <a:endParaRPr lang="en-US" sz="3600" b="1" dirty="0" smtClean="0"/>
          </a:p>
          <a:p>
            <a:pPr marL="0" indent="0">
              <a:buNone/>
            </a:pPr>
            <a:endParaRPr lang="en-US" sz="3600" dirty="0" smtClean="0"/>
          </a:p>
          <a:p>
            <a:pPr marL="0" indent="0">
              <a:buNone/>
            </a:pPr>
            <a:endParaRPr lang="en-US" sz="3600" dirty="0" smtClean="0"/>
          </a:p>
        </p:txBody>
      </p:sp>
      <p:pic>
        <p:nvPicPr>
          <p:cNvPr id="5" name="Shape 249"/>
          <p:cNvPicPr preferRelativeResize="0"/>
          <p:nvPr/>
        </p:nvPicPr>
        <p:blipFill>
          <a:blip r:embed="rId7">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3196207459"/>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smtClean="0">
                <a:solidFill>
                  <a:srgbClr val="00B0F0"/>
                </a:solidFill>
                <a:latin typeface="Arial Black"/>
                <a:ea typeface="Arial Black"/>
                <a:cs typeface="Arial Black"/>
                <a:sym typeface="Avenir Next Medium"/>
              </a:rPr>
              <a:t>Team </a:t>
            </a:r>
            <a:r>
              <a:rPr lang="pt-BR" sz="6873" dirty="0" err="1" smtClean="0">
                <a:solidFill>
                  <a:srgbClr val="00B0F0"/>
                </a:solidFill>
                <a:latin typeface="Arial Black"/>
                <a:ea typeface="Arial Black"/>
                <a:cs typeface="Arial Black"/>
                <a:sym typeface="Avenir Next Medium"/>
              </a:rPr>
              <a:t>composition</a:t>
            </a:r>
            <a:r>
              <a:rPr lang="pt-BR" sz="6873" dirty="0" smtClean="0">
                <a:solidFill>
                  <a:srgbClr val="00B0F0"/>
                </a:solidFill>
                <a:latin typeface="Arial Black"/>
                <a:ea typeface="Arial Black"/>
                <a:cs typeface="Arial Black"/>
                <a:sym typeface="Avenir Next Medium"/>
              </a:rPr>
              <a:t> &amp; Business case</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4" y="3145117"/>
            <a:ext cx="22860000" cy="9584293"/>
          </a:xfrm>
          <a:prstGeom prst="rect">
            <a:avLst/>
          </a:prstGeom>
        </p:spPr>
        <p:txBody>
          <a:bodyPr>
            <a:noAutofit/>
          </a:bodyPr>
          <a:lstStyle/>
          <a:p>
            <a:pPr marL="0" indent="0">
              <a:buNone/>
            </a:pPr>
            <a:r>
              <a:rPr lang="en-US" sz="3600" b="1" dirty="0"/>
              <a:t>The estimate cost in hours are:</a:t>
            </a:r>
          </a:p>
          <a:p>
            <a:pPr marL="0" indent="0">
              <a:buNone/>
            </a:pPr>
            <a:r>
              <a:rPr lang="en-US" sz="3600" dirty="0"/>
              <a:t>	- </a:t>
            </a:r>
            <a:r>
              <a:rPr lang="en-US" sz="3600" dirty="0" smtClean="0"/>
              <a:t>SA – </a:t>
            </a:r>
            <a:r>
              <a:rPr lang="es-ES" sz="3600" dirty="0" smtClean="0"/>
              <a:t>60 </a:t>
            </a:r>
            <a:r>
              <a:rPr lang="es-ES" sz="3600" dirty="0" err="1" smtClean="0"/>
              <a:t>days</a:t>
            </a:r>
            <a:r>
              <a:rPr lang="es-ES" sz="3600" dirty="0" smtClean="0"/>
              <a:t> at 100</a:t>
            </a:r>
            <a:r>
              <a:rPr lang="es-ES" sz="3600" dirty="0"/>
              <a:t>% </a:t>
            </a:r>
            <a:r>
              <a:rPr lang="es-ES" sz="3600" dirty="0">
                <a:sym typeface="Wingdings" panose="05000000000000000000" pitchFamily="2" charset="2"/>
              </a:rPr>
              <a:t> </a:t>
            </a:r>
            <a:r>
              <a:rPr lang="es-ES" sz="3600" dirty="0" smtClean="0">
                <a:sym typeface="Wingdings" panose="05000000000000000000" pitchFamily="2" charset="2"/>
              </a:rPr>
              <a:t>480hrs</a:t>
            </a:r>
          </a:p>
          <a:p>
            <a:pPr marL="0" indent="0">
              <a:buNone/>
            </a:pPr>
            <a:r>
              <a:rPr lang="es-ES" sz="3600" dirty="0" smtClean="0">
                <a:sym typeface="Wingdings" panose="05000000000000000000" pitchFamily="2" charset="2"/>
              </a:rPr>
              <a:t>	</a:t>
            </a:r>
            <a:r>
              <a:rPr lang="en-US" sz="3600" dirty="0" smtClean="0"/>
              <a:t>- BE </a:t>
            </a:r>
            <a:r>
              <a:rPr lang="en-US" sz="3600" dirty="0"/>
              <a:t>– </a:t>
            </a:r>
            <a:r>
              <a:rPr lang="es-ES" sz="3600" dirty="0"/>
              <a:t>60 </a:t>
            </a:r>
            <a:r>
              <a:rPr lang="es-ES" sz="3600" dirty="0" err="1"/>
              <a:t>days</a:t>
            </a:r>
            <a:r>
              <a:rPr lang="es-ES" sz="3600" dirty="0"/>
              <a:t> at 100% </a:t>
            </a:r>
            <a:r>
              <a:rPr lang="es-ES" sz="3600" dirty="0">
                <a:sym typeface="Wingdings" panose="05000000000000000000" pitchFamily="2" charset="2"/>
              </a:rPr>
              <a:t> </a:t>
            </a:r>
            <a:r>
              <a:rPr lang="es-ES" sz="3600" dirty="0" smtClean="0">
                <a:sym typeface="Wingdings" panose="05000000000000000000" pitchFamily="2" charset="2"/>
              </a:rPr>
              <a:t>480hrs</a:t>
            </a:r>
          </a:p>
          <a:p>
            <a:pPr marL="0" indent="0">
              <a:buNone/>
            </a:pPr>
            <a:r>
              <a:rPr lang="es-ES" sz="3600" dirty="0">
                <a:sym typeface="Wingdings" panose="05000000000000000000" pitchFamily="2" charset="2"/>
              </a:rPr>
              <a:t>	</a:t>
            </a:r>
            <a:r>
              <a:rPr lang="es-ES" sz="3600" dirty="0" smtClean="0">
                <a:sym typeface="Wingdings" panose="05000000000000000000" pitchFamily="2" charset="2"/>
              </a:rPr>
              <a:t>- </a:t>
            </a:r>
            <a:r>
              <a:rPr lang="es-ES" sz="3600" dirty="0" err="1" smtClean="0">
                <a:sym typeface="Wingdings" panose="05000000000000000000" pitchFamily="2" charset="2"/>
              </a:rPr>
              <a:t>Admin</a:t>
            </a:r>
            <a:r>
              <a:rPr lang="es-ES" sz="3600" dirty="0" smtClean="0">
                <a:sym typeface="Wingdings" panose="05000000000000000000" pitchFamily="2" charset="2"/>
              </a:rPr>
              <a:t>/BE </a:t>
            </a:r>
            <a:r>
              <a:rPr lang="en-US" sz="3600" dirty="0"/>
              <a:t>– </a:t>
            </a:r>
            <a:r>
              <a:rPr lang="es-ES" sz="3600" dirty="0"/>
              <a:t>60 </a:t>
            </a:r>
            <a:r>
              <a:rPr lang="es-ES" sz="3600" dirty="0" err="1"/>
              <a:t>days</a:t>
            </a:r>
            <a:r>
              <a:rPr lang="es-ES" sz="3600" dirty="0"/>
              <a:t> at 100% </a:t>
            </a:r>
            <a:r>
              <a:rPr lang="es-ES" sz="3600" dirty="0">
                <a:sym typeface="Wingdings" panose="05000000000000000000" pitchFamily="2" charset="2"/>
              </a:rPr>
              <a:t> </a:t>
            </a:r>
            <a:r>
              <a:rPr lang="es-ES" sz="3600" dirty="0" smtClean="0">
                <a:sym typeface="Wingdings" panose="05000000000000000000" pitchFamily="2" charset="2"/>
              </a:rPr>
              <a:t>480hrs</a:t>
            </a:r>
            <a:endParaRPr lang="es-ES" sz="3600" dirty="0"/>
          </a:p>
          <a:p>
            <a:pPr marL="0" indent="0">
              <a:buNone/>
            </a:pPr>
            <a:r>
              <a:rPr lang="es-ES" sz="3600" dirty="0" smtClean="0"/>
              <a:t>	</a:t>
            </a:r>
            <a:r>
              <a:rPr lang="en-US" sz="3600" dirty="0"/>
              <a:t>- </a:t>
            </a:r>
            <a:r>
              <a:rPr lang="en-US" sz="3600" dirty="0" smtClean="0"/>
              <a:t>FE </a:t>
            </a:r>
            <a:r>
              <a:rPr lang="en-US" sz="3600" dirty="0"/>
              <a:t>– </a:t>
            </a:r>
            <a:r>
              <a:rPr lang="es-ES" sz="3600" dirty="0"/>
              <a:t>60 </a:t>
            </a:r>
            <a:r>
              <a:rPr lang="es-ES" sz="3600" dirty="0" err="1"/>
              <a:t>days</a:t>
            </a:r>
            <a:r>
              <a:rPr lang="es-ES" sz="3600" dirty="0"/>
              <a:t> at </a:t>
            </a:r>
            <a:r>
              <a:rPr lang="es-ES" sz="3600" dirty="0" smtClean="0"/>
              <a:t>50% </a:t>
            </a:r>
            <a:r>
              <a:rPr lang="es-ES" sz="3600" dirty="0">
                <a:sym typeface="Wingdings" panose="05000000000000000000" pitchFamily="2" charset="2"/>
              </a:rPr>
              <a:t> </a:t>
            </a:r>
            <a:r>
              <a:rPr lang="es-ES" sz="3600" dirty="0" smtClean="0">
                <a:sym typeface="Wingdings" panose="05000000000000000000" pitchFamily="2" charset="2"/>
              </a:rPr>
              <a:t>240hrs</a:t>
            </a:r>
            <a:r>
              <a:rPr lang="es-ES" sz="3600" dirty="0" smtClean="0"/>
              <a:t>	</a:t>
            </a:r>
          </a:p>
          <a:p>
            <a:pPr marL="0" indent="0">
              <a:buNone/>
            </a:pPr>
            <a:r>
              <a:rPr lang="es-ES" sz="3600" dirty="0"/>
              <a:t>	</a:t>
            </a:r>
            <a:r>
              <a:rPr lang="es-ES" sz="3600" dirty="0" smtClean="0"/>
              <a:t>- </a:t>
            </a:r>
            <a:r>
              <a:rPr lang="es-ES" sz="3600" dirty="0" err="1" smtClean="0"/>
              <a:t>Tester</a:t>
            </a:r>
            <a:r>
              <a:rPr lang="es-ES" sz="3600" dirty="0" smtClean="0"/>
              <a:t> – 20 </a:t>
            </a:r>
            <a:r>
              <a:rPr lang="es-ES" sz="3600" dirty="0" err="1" smtClean="0"/>
              <a:t>days</a:t>
            </a:r>
            <a:r>
              <a:rPr lang="es-ES" sz="3600" dirty="0" smtClean="0"/>
              <a:t> 50% </a:t>
            </a:r>
            <a:r>
              <a:rPr lang="es-ES" sz="3600" dirty="0">
                <a:sym typeface="Wingdings" panose="05000000000000000000" pitchFamily="2" charset="2"/>
              </a:rPr>
              <a:t></a:t>
            </a:r>
            <a:r>
              <a:rPr lang="es-ES" sz="3600" dirty="0" smtClean="0"/>
              <a:t> 80hrs</a:t>
            </a:r>
            <a:endParaRPr lang="en-US" sz="3600" dirty="0" smtClean="0"/>
          </a:p>
        </p:txBody>
      </p:sp>
      <p:pic>
        <p:nvPicPr>
          <p:cNvPr id="5" name="Shape 249"/>
          <p:cNvPicPr preferRelativeResize="0"/>
          <p:nvPr/>
        </p:nvPicPr>
        <p:blipFill>
          <a:blip r:embed="rId2">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1966222643"/>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err="1" smtClean="0">
                <a:solidFill>
                  <a:srgbClr val="00B0F0"/>
                </a:solidFill>
                <a:latin typeface="Arial Black"/>
                <a:ea typeface="Arial Black"/>
                <a:cs typeface="Arial Black"/>
                <a:sym typeface="Avenir Next Medium"/>
              </a:rPr>
              <a:t>Follow</a:t>
            </a:r>
            <a:r>
              <a:rPr lang="pt-BR" sz="6873" dirty="0" smtClean="0">
                <a:solidFill>
                  <a:srgbClr val="00B0F0"/>
                </a:solidFill>
                <a:latin typeface="Arial Black"/>
                <a:ea typeface="Arial Black"/>
                <a:cs typeface="Arial Black"/>
                <a:sym typeface="Avenir Next Medium"/>
              </a:rPr>
              <a:t> </a:t>
            </a:r>
            <a:r>
              <a:rPr lang="pt-BR" sz="6873" dirty="0" err="1" smtClean="0">
                <a:solidFill>
                  <a:srgbClr val="00B0F0"/>
                </a:solidFill>
                <a:latin typeface="Arial Black"/>
                <a:ea typeface="Arial Black"/>
                <a:cs typeface="Arial Black"/>
                <a:sym typeface="Avenir Next Medium"/>
              </a:rPr>
              <a:t>up</a:t>
            </a:r>
            <a:r>
              <a:rPr lang="pt-BR" sz="6873" dirty="0" smtClean="0">
                <a:solidFill>
                  <a:srgbClr val="00B0F0"/>
                </a:solidFill>
                <a:latin typeface="Arial Black"/>
                <a:ea typeface="Arial Black"/>
                <a:cs typeface="Arial Black"/>
                <a:sym typeface="Avenir Next Medium"/>
              </a:rPr>
              <a:t> </a:t>
            </a:r>
            <a:r>
              <a:rPr lang="pt-BR" sz="6873" dirty="0" err="1" smtClean="0">
                <a:solidFill>
                  <a:srgbClr val="00B0F0"/>
                </a:solidFill>
                <a:latin typeface="Arial Black"/>
                <a:ea typeface="Arial Black"/>
                <a:cs typeface="Arial Black"/>
                <a:sym typeface="Avenir Next Medium"/>
              </a:rPr>
              <a:t>and</a:t>
            </a:r>
            <a:r>
              <a:rPr lang="pt-BR" sz="6873" dirty="0" smtClean="0">
                <a:solidFill>
                  <a:srgbClr val="00B0F0"/>
                </a:solidFill>
                <a:latin typeface="Arial Black"/>
                <a:ea typeface="Arial Black"/>
                <a:cs typeface="Arial Black"/>
                <a:sym typeface="Avenir Next Medium"/>
              </a:rPr>
              <a:t> feedback</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4" y="3145118"/>
            <a:ext cx="22860000" cy="8585200"/>
          </a:xfrm>
          <a:prstGeom prst="rect">
            <a:avLst/>
          </a:prstGeom>
        </p:spPr>
        <p:txBody>
          <a:bodyPr>
            <a:noAutofit/>
          </a:bodyPr>
          <a:lstStyle/>
          <a:p>
            <a:pPr marL="0" indent="0">
              <a:buNone/>
            </a:pPr>
            <a:r>
              <a:rPr lang="en-US" sz="3600" b="1" dirty="0" smtClean="0"/>
              <a:t>Weekly Progress Report</a:t>
            </a:r>
          </a:p>
          <a:p>
            <a:pPr marL="0" indent="0">
              <a:buNone/>
            </a:pPr>
            <a:r>
              <a:rPr lang="en-US" sz="3600" dirty="0"/>
              <a:t>	</a:t>
            </a:r>
            <a:r>
              <a:rPr lang="en-US" sz="3600" dirty="0" smtClean="0"/>
              <a:t>- Status of Activities</a:t>
            </a:r>
          </a:p>
          <a:p>
            <a:pPr marL="0" indent="0">
              <a:buNone/>
            </a:pPr>
            <a:r>
              <a:rPr lang="en-US" sz="3600" dirty="0"/>
              <a:t>	</a:t>
            </a:r>
            <a:r>
              <a:rPr lang="en-US" sz="3600" dirty="0" smtClean="0"/>
              <a:t>- Update slide 3</a:t>
            </a:r>
          </a:p>
          <a:p>
            <a:pPr marL="0" indent="0">
              <a:buNone/>
            </a:pPr>
            <a:r>
              <a:rPr lang="en-US" sz="3600" b="1" dirty="0" smtClean="0"/>
              <a:t>Weekly Meeting with:</a:t>
            </a:r>
          </a:p>
          <a:p>
            <a:pPr marL="0" indent="0">
              <a:buNone/>
            </a:pPr>
            <a:r>
              <a:rPr lang="en-US" sz="3600" dirty="0"/>
              <a:t>	</a:t>
            </a:r>
            <a:r>
              <a:rPr lang="en-US" sz="3600" dirty="0" smtClean="0"/>
              <a:t>- Team members</a:t>
            </a:r>
            <a:endParaRPr lang="en-US" sz="3600" dirty="0"/>
          </a:p>
        </p:txBody>
      </p:sp>
      <p:pic>
        <p:nvPicPr>
          <p:cNvPr id="5" name="Shape 249"/>
          <p:cNvPicPr preferRelativeResize="0"/>
          <p:nvPr/>
        </p:nvPicPr>
        <p:blipFill>
          <a:blip r:embed="rId2">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1889610638"/>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err="1" smtClean="0">
                <a:solidFill>
                  <a:srgbClr val="00B0F0"/>
                </a:solidFill>
                <a:latin typeface="Arial Black"/>
                <a:ea typeface="Arial Black"/>
                <a:cs typeface="Arial Black"/>
                <a:sym typeface="Avenir Next Medium"/>
              </a:rPr>
              <a:t>Needs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4" y="3145118"/>
            <a:ext cx="22860000" cy="8585200"/>
          </a:xfrm>
          <a:prstGeom prst="rect">
            <a:avLst/>
          </a:prstGeom>
          <a:ln w="12700">
            <a:miter lim="400000"/>
          </a:ln>
        </p:spPr>
        <p:txBody>
          <a:bodyPr lIns="50800" tIns="50800" rIns="50800" bIns="50800">
            <a:noAutofit/>
          </a:bodyPr>
          <a:lstStyle/>
          <a:p>
            <a:pPr>
              <a:buFontTx/>
              <a:buChar char="-"/>
            </a:pPr>
            <a:r>
              <a:rPr lang="en-US" sz="3600" dirty="0" smtClean="0"/>
              <a:t>Get correct raw data for 3G/4G technologies.</a:t>
            </a:r>
            <a:endParaRPr lang="en-US" sz="3600" dirty="0"/>
          </a:p>
        </p:txBody>
      </p:sp>
      <p:pic>
        <p:nvPicPr>
          <p:cNvPr id="5" name="Shape 249"/>
          <p:cNvPicPr preferRelativeResize="0"/>
          <p:nvPr/>
        </p:nvPicPr>
        <p:blipFill>
          <a:blip r:embed="rId2">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3842510579"/>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err="1" smtClean="0">
                <a:solidFill>
                  <a:srgbClr val="00B0F0"/>
                </a:solidFill>
                <a:latin typeface="Arial Black"/>
                <a:ea typeface="Arial Black"/>
                <a:cs typeface="Arial Black"/>
                <a:sym typeface="Avenir Next Medium"/>
              </a:rPr>
              <a:t>consideration</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248488" y="3145118"/>
            <a:ext cx="22860000" cy="8585200"/>
          </a:xfrm>
          <a:prstGeom prst="rect">
            <a:avLst/>
          </a:prstGeom>
          <a:ln w="12700">
            <a:miter lim="400000"/>
          </a:ln>
        </p:spPr>
        <p:txBody>
          <a:bodyPr lIns="50800" tIns="50800" rIns="50800" bIns="50800">
            <a:noAutofit/>
          </a:bodyPr>
          <a:lstStyle/>
          <a:p>
            <a:pPr>
              <a:buFontTx/>
              <a:buChar char="-"/>
            </a:pPr>
            <a:r>
              <a:rPr lang="en-US" sz="3600" dirty="0" smtClean="0"/>
              <a:t>Time plan depends of project needs and other unexpected situations.</a:t>
            </a:r>
            <a:endParaRPr lang="en-US" sz="3600" dirty="0"/>
          </a:p>
        </p:txBody>
      </p:sp>
      <p:pic>
        <p:nvPicPr>
          <p:cNvPr id="5" name="Shape 249"/>
          <p:cNvPicPr preferRelativeResize="0"/>
          <p:nvPr/>
        </p:nvPicPr>
        <p:blipFill>
          <a:blip r:embed="rId2">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2594671610"/>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 name="pasted-image.pdf" descr="pasted-image.pdf"/>
          <p:cNvPicPr>
            <a:picLocks noChangeAspect="1"/>
          </p:cNvPicPr>
          <p:nvPr/>
        </p:nvPicPr>
        <p:blipFill>
          <a:blip r:embed="rId2">
            <a:extLst/>
          </a:blip>
          <a:stretch>
            <a:fillRect/>
          </a:stretch>
        </p:blipFill>
        <p:spPr>
          <a:xfrm>
            <a:off x="-14010" y="-19007"/>
            <a:ext cx="24412021" cy="15179718"/>
          </a:xfrm>
          <a:prstGeom prst="rect">
            <a:avLst/>
          </a:prstGeom>
          <a:ln w="12700">
            <a:miter lim="400000"/>
          </a:ln>
        </p:spPr>
      </p:pic>
      <p:sp>
        <p:nvSpPr>
          <p:cNvPr id="206" name="Gracias"/>
          <p:cNvSpPr/>
          <p:nvPr/>
        </p:nvSpPr>
        <p:spPr>
          <a:xfrm>
            <a:off x="9983863" y="4133150"/>
            <a:ext cx="4416274" cy="1333698"/>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defRPr sz="8000">
                <a:solidFill>
                  <a:srgbClr val="FFFFFF"/>
                </a:solidFill>
              </a:defRPr>
            </a:lvl1pPr>
          </a:lstStyle>
          <a:p>
            <a:r>
              <a:rPr lang="es-MX" dirty="0" err="1"/>
              <a:t>Thank</a:t>
            </a:r>
            <a:r>
              <a:rPr lang="es-MX" dirty="0"/>
              <a:t> </a:t>
            </a:r>
            <a:r>
              <a:rPr lang="es-MX" dirty="0" err="1"/>
              <a:t>you</a:t>
            </a:r>
            <a:endParaRPr dirty="0"/>
          </a:p>
        </p:txBody>
      </p:sp>
      <p:sp>
        <p:nvSpPr>
          <p:cNvPr id="207" name="Canadá…"/>
          <p:cNvSpPr/>
          <p:nvPr/>
        </p:nvSpPr>
        <p:spPr>
          <a:xfrm>
            <a:off x="2987491" y="7376232"/>
            <a:ext cx="7444838" cy="4480844"/>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p>
            <a:pPr>
              <a:defRPr sz="3600" b="1">
                <a:solidFill>
                  <a:srgbClr val="FFFFFF"/>
                </a:solidFill>
                <a:latin typeface="Arial"/>
                <a:ea typeface="Arial"/>
                <a:cs typeface="Arial"/>
                <a:sym typeface="Arial"/>
              </a:defRPr>
            </a:pPr>
            <a:r>
              <a:rPr dirty="0" err="1"/>
              <a:t>Canadá</a:t>
            </a:r>
            <a:endParaRPr dirty="0"/>
          </a:p>
          <a:p>
            <a:pPr>
              <a:defRPr sz="3600">
                <a:solidFill>
                  <a:srgbClr val="FFFFFF"/>
                </a:solidFill>
                <a:latin typeface="Arial"/>
                <a:ea typeface="Arial"/>
                <a:cs typeface="Arial"/>
                <a:sym typeface="Arial"/>
              </a:defRPr>
            </a:pPr>
            <a:r>
              <a:rPr dirty="0"/>
              <a:t>866 Place Simon, Saint Laurent</a:t>
            </a:r>
          </a:p>
          <a:p>
            <a:pPr>
              <a:defRPr sz="3600">
                <a:solidFill>
                  <a:srgbClr val="FFFFFF"/>
                </a:solidFill>
                <a:latin typeface="Arial"/>
                <a:ea typeface="Arial"/>
                <a:cs typeface="Arial"/>
                <a:sym typeface="Arial"/>
              </a:defRPr>
            </a:pPr>
            <a:r>
              <a:rPr dirty="0"/>
              <a:t>Canada H4M 2W2</a:t>
            </a:r>
          </a:p>
          <a:p>
            <a:pPr>
              <a:defRPr sz="3600">
                <a:solidFill>
                  <a:srgbClr val="FFFFFF"/>
                </a:solidFill>
                <a:latin typeface="Arial"/>
                <a:ea typeface="Arial"/>
                <a:cs typeface="Arial"/>
                <a:sym typeface="Arial"/>
              </a:defRPr>
            </a:pPr>
            <a:r>
              <a:rPr dirty="0"/>
              <a:t>+1514 564 3243</a:t>
            </a:r>
          </a:p>
        </p:txBody>
      </p:sp>
      <p:sp>
        <p:nvSpPr>
          <p:cNvPr id="208" name="Ciudad de México…"/>
          <p:cNvSpPr/>
          <p:nvPr/>
        </p:nvSpPr>
        <p:spPr>
          <a:xfrm>
            <a:off x="14315307" y="7109532"/>
            <a:ext cx="8158673" cy="5014244"/>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p>
            <a:pPr>
              <a:defRPr sz="3600" b="1">
                <a:solidFill>
                  <a:srgbClr val="FFFFFF"/>
                </a:solidFill>
                <a:latin typeface="Arial"/>
                <a:ea typeface="Arial"/>
                <a:cs typeface="Arial"/>
                <a:sym typeface="Arial"/>
              </a:defRPr>
            </a:pPr>
            <a:r>
              <a:rPr dirty="0"/>
              <a:t>Ciudad de México</a:t>
            </a:r>
          </a:p>
          <a:p>
            <a:pPr>
              <a:defRPr sz="3600">
                <a:solidFill>
                  <a:srgbClr val="FFFFFF"/>
                </a:solidFill>
                <a:latin typeface="Arial"/>
                <a:ea typeface="Arial"/>
                <a:cs typeface="Arial"/>
                <a:sym typeface="Arial"/>
              </a:defRPr>
            </a:pPr>
            <a:r>
              <a:rPr dirty="0"/>
              <a:t>Av. </a:t>
            </a:r>
            <a:r>
              <a:rPr dirty="0" err="1"/>
              <a:t>Ejercito</a:t>
            </a:r>
            <a:r>
              <a:rPr dirty="0"/>
              <a:t> </a:t>
            </a:r>
            <a:r>
              <a:rPr dirty="0" err="1"/>
              <a:t>Nacional</a:t>
            </a:r>
            <a:r>
              <a:rPr dirty="0"/>
              <a:t> No. 505 – 1003</a:t>
            </a:r>
          </a:p>
          <a:p>
            <a:pPr>
              <a:defRPr sz="3600">
                <a:solidFill>
                  <a:srgbClr val="FFFFFF"/>
                </a:solidFill>
                <a:latin typeface="Arial"/>
                <a:ea typeface="Arial"/>
                <a:cs typeface="Arial"/>
                <a:sym typeface="Arial"/>
              </a:defRPr>
            </a:pPr>
            <a:r>
              <a:rPr dirty="0"/>
              <a:t>Col. </a:t>
            </a:r>
            <a:r>
              <a:rPr dirty="0" err="1"/>
              <a:t>Ampliación</a:t>
            </a:r>
            <a:r>
              <a:rPr dirty="0"/>
              <a:t> Granada, Ciudad de México</a:t>
            </a:r>
          </a:p>
          <a:p>
            <a:pPr>
              <a:defRPr sz="3600">
                <a:solidFill>
                  <a:srgbClr val="FFFFFF"/>
                </a:solidFill>
                <a:latin typeface="Arial"/>
                <a:ea typeface="Arial"/>
                <a:cs typeface="Arial"/>
                <a:sym typeface="Arial"/>
              </a:defRPr>
            </a:pPr>
            <a:r>
              <a:rPr dirty="0"/>
              <a:t>+52 55 65 88 99 23</a:t>
            </a:r>
          </a:p>
        </p:txBody>
      </p:sp>
      <p:pic>
        <p:nvPicPr>
          <p:cNvPr id="209" name="logo.png" descr="logo.png"/>
          <p:cNvPicPr>
            <a:picLocks noChangeAspect="1"/>
          </p:cNvPicPr>
          <p:nvPr/>
        </p:nvPicPr>
        <p:blipFill>
          <a:blip r:embed="rId3">
            <a:extLst/>
          </a:blip>
          <a:stretch>
            <a:fillRect/>
          </a:stretch>
        </p:blipFill>
        <p:spPr>
          <a:xfrm>
            <a:off x="9114296" y="789572"/>
            <a:ext cx="6155408" cy="3005571"/>
          </a:xfrm>
          <a:prstGeom prst="rect">
            <a:avLst/>
          </a:prstGeom>
          <a:ln w="12700">
            <a:miter lim="400000"/>
          </a:ln>
        </p:spPr>
      </p:pic>
      <p:sp>
        <p:nvSpPr>
          <p:cNvPr id="210" name="intelmas.com"/>
          <p:cNvSpPr/>
          <p:nvPr/>
        </p:nvSpPr>
        <p:spPr>
          <a:xfrm>
            <a:off x="10967656" y="12611883"/>
            <a:ext cx="3949799" cy="656590"/>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defRPr u="sng">
                <a:solidFill>
                  <a:srgbClr val="FFFFFF"/>
                </a:solidFill>
                <a:hlinkClick r:id="rId4"/>
              </a:defRPr>
            </a:lvl1pPr>
          </a:lstStyle>
          <a:p>
            <a:pPr>
              <a:defRPr sz="3600">
                <a:solidFill>
                  <a:srgbClr val="FFFFFF"/>
                </a:solidFill>
                <a:latin typeface="Arial"/>
                <a:ea typeface="Arial"/>
                <a:cs typeface="Arial"/>
                <a:sym typeface="Arial"/>
              </a:defRPr>
            </a:pPr>
            <a:r>
              <a:rPr lang="pt-BR" sz="3600" u="none" dirty="0" err="1">
                <a:latin typeface="Arial"/>
                <a:ea typeface="Arial"/>
                <a:cs typeface="Arial"/>
              </a:rPr>
              <a:t>www</a:t>
            </a:r>
            <a:r>
              <a:rPr lang="pt-BR" sz="3600" u="none" dirty="0">
                <a:latin typeface="Arial"/>
                <a:ea typeface="Arial"/>
                <a:cs typeface="Arial"/>
              </a:rPr>
              <a:t>.</a:t>
            </a:r>
            <a:r>
              <a:rPr sz="3600" u="none" dirty="0">
                <a:latin typeface="Arial"/>
                <a:ea typeface="Arial"/>
                <a:cs typeface="Arial"/>
              </a:rPr>
              <a:t>intelmas.com</a:t>
            </a:r>
          </a:p>
        </p:txBody>
      </p:sp>
    </p:spTree>
  </p:cSld>
  <p:clrMapOvr>
    <a:masterClrMapping/>
  </p:clrMapOvr>
  <mc:AlternateContent xmlns:mc="http://schemas.openxmlformats.org/markup-compatibility/2006" xmlns:p14="http://schemas.microsoft.com/office/powerpoint/2010/main">
    <mc:Choice Requires="p14">
      <p:transition spd="med">
        <p:push/>
      </p:transition>
    </mc:Choice>
    <mc:Fallback xmlns="">
      <p:transition spd="fast">
        <p:fade/>
      </p:transition>
    </mc:Fallback>
  </mc:AlternateContent>
  <p:timing>
    <p:tnLst>
      <p:par>
        <p:cTn id="1" dur="indefinite" restart="never" nodeType="tmRoot"/>
      </p:par>
    </p:tnLst>
  </p:timing>
</p:sld>
</file>

<file path=ppt/theme/theme1.xml><?xml version="1.0" encoding="utf-8"?>
<a:theme xmlns:a="http://schemas.openxmlformats.org/drawingml/2006/main" name="New_Template7">
  <a:themeElements>
    <a:clrScheme name="New_Template7">
      <a:dk1>
        <a:srgbClr val="222222"/>
      </a:dk1>
      <a:lt1>
        <a:srgbClr val="838787"/>
      </a:lt1>
      <a:dk2>
        <a:srgbClr val="222222"/>
      </a:dk2>
      <a:lt2>
        <a:srgbClr val="A6AAA9"/>
      </a:lt2>
      <a:accent1>
        <a:srgbClr val="34A5DA"/>
      </a:accent1>
      <a:accent2>
        <a:srgbClr val="3F969A"/>
      </a:accent2>
      <a:accent3>
        <a:srgbClr val="8ABE5E"/>
      </a:accent3>
      <a:accent4>
        <a:srgbClr val="FDCB56"/>
      </a:accent4>
      <a:accent5>
        <a:srgbClr val="E42832"/>
      </a:accent5>
      <a:accent6>
        <a:srgbClr val="C52060"/>
      </a:accent6>
      <a:hlink>
        <a:srgbClr val="0000FF"/>
      </a:hlink>
      <a:folHlink>
        <a:srgbClr val="FF00FF"/>
      </a:folHlink>
    </a:clrScheme>
    <a:fontScheme name="New_Template7">
      <a:majorFont>
        <a:latin typeface="DIN Condensed"/>
        <a:ea typeface="DIN Condensed"/>
        <a:cs typeface="DIN Condensed"/>
      </a:majorFont>
      <a:minorFont>
        <a:latin typeface="DIN Condensed"/>
        <a:ea typeface="DIN Condensed"/>
        <a:cs typeface="DIN Condensed"/>
      </a:minorFont>
    </a:fontScheme>
    <a:fmtScheme name="New_Template7">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80000"/>
          </a:lnSpc>
          <a:spcBef>
            <a:spcPts val="0"/>
          </a:spcBef>
          <a:spcAft>
            <a:spcPts val="0"/>
          </a:spcAft>
          <a:buClrTx/>
          <a:buSzTx/>
          <a:buFontTx/>
          <a:buNone/>
          <a:tabLst/>
          <a:defRPr kumimoji="0" sz="4000" b="0" i="0" u="none" strike="noStrike" cap="all" spc="0" normalizeH="0" baseline="0">
            <a:ln>
              <a:noFill/>
            </a:ln>
            <a:solidFill>
              <a:srgbClr val="FFFFFF"/>
            </a:solidFill>
            <a:effectLst/>
            <a:uFillTx/>
            <a:latin typeface="+mn-lt"/>
            <a:ea typeface="+mn-ea"/>
            <a:cs typeface="+mn-cs"/>
            <a:sym typeface="DIN Condense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New_Template7">
  <a:themeElements>
    <a:clrScheme name="New_Template7">
      <a:dk1>
        <a:srgbClr val="000000"/>
      </a:dk1>
      <a:lt1>
        <a:srgbClr val="FFFFFF"/>
      </a:lt1>
      <a:dk2>
        <a:srgbClr val="222222"/>
      </a:dk2>
      <a:lt2>
        <a:srgbClr val="A6AAA9"/>
      </a:lt2>
      <a:accent1>
        <a:srgbClr val="34A5DA"/>
      </a:accent1>
      <a:accent2>
        <a:srgbClr val="3F969A"/>
      </a:accent2>
      <a:accent3>
        <a:srgbClr val="8ABE5E"/>
      </a:accent3>
      <a:accent4>
        <a:srgbClr val="FDCB56"/>
      </a:accent4>
      <a:accent5>
        <a:srgbClr val="E42832"/>
      </a:accent5>
      <a:accent6>
        <a:srgbClr val="C52060"/>
      </a:accent6>
      <a:hlink>
        <a:srgbClr val="0000FF"/>
      </a:hlink>
      <a:folHlink>
        <a:srgbClr val="FF00FF"/>
      </a:folHlink>
    </a:clrScheme>
    <a:fontScheme name="New_Template7">
      <a:majorFont>
        <a:latin typeface="DIN Condensed"/>
        <a:ea typeface="DIN Condensed"/>
        <a:cs typeface="DIN Condensed"/>
      </a:majorFont>
      <a:minorFont>
        <a:latin typeface="DIN Condensed"/>
        <a:ea typeface="DIN Condensed"/>
        <a:cs typeface="DIN Condensed"/>
      </a:minorFont>
    </a:fontScheme>
    <a:fmtScheme name="New_Template7">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80000"/>
          </a:lnSpc>
          <a:spcBef>
            <a:spcPts val="0"/>
          </a:spcBef>
          <a:spcAft>
            <a:spcPts val="0"/>
          </a:spcAft>
          <a:buClrTx/>
          <a:buSzTx/>
          <a:buFontTx/>
          <a:buNone/>
          <a:tabLst/>
          <a:defRPr kumimoji="0" sz="4000" b="0" i="0" u="none" strike="noStrike" cap="all" spc="0" normalizeH="0" baseline="0">
            <a:ln>
              <a:noFill/>
            </a:ln>
            <a:solidFill>
              <a:srgbClr val="FFFFFF"/>
            </a:solidFill>
            <a:effectLst/>
            <a:uFillTx/>
            <a:latin typeface="+mn-lt"/>
            <a:ea typeface="+mn-ea"/>
            <a:cs typeface="+mn-cs"/>
            <a:sym typeface="DIN Condense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3438</TotalTime>
  <Words>670</Words>
  <Application>Microsoft Office PowerPoint</Application>
  <PresentationFormat>Personalizado</PresentationFormat>
  <Paragraphs>208</Paragraphs>
  <Slides>21</Slides>
  <Notes>2</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21</vt:i4>
      </vt:variant>
    </vt:vector>
  </HeadingPairs>
  <TitlesOfParts>
    <vt:vector size="32" baseType="lpstr">
      <vt:lpstr>Arial</vt:lpstr>
      <vt:lpstr>Arial Black</vt:lpstr>
      <vt:lpstr>Avenir Next</vt:lpstr>
      <vt:lpstr>Avenir Next Medium</vt:lpstr>
      <vt:lpstr>Calibri</vt:lpstr>
      <vt:lpstr>DIN Alternate</vt:lpstr>
      <vt:lpstr>DIN Condensed</vt:lpstr>
      <vt:lpstr>Helvetica</vt:lpstr>
      <vt:lpstr>Helvetica Neue</vt:lpstr>
      <vt:lpstr>Wingdings</vt:lpstr>
      <vt:lpstr>New_Template7</vt:lpstr>
      <vt:lpstr>Presentación de PowerPoint</vt:lpstr>
      <vt:lpstr>Presentación de PowerPoint</vt:lpstr>
      <vt:lpstr>Summary – one page – W1</vt:lpstr>
      <vt:lpstr>What is OPM?</vt:lpstr>
      <vt:lpstr>benefits</vt:lpstr>
      <vt:lpstr>status of work</vt:lpstr>
      <vt:lpstr>Requisites</vt:lpstr>
      <vt:lpstr>Requisites</vt:lpstr>
      <vt:lpstr>Requisites</vt:lpstr>
      <vt:lpstr>Requisites</vt:lpstr>
      <vt:lpstr>Requisites</vt:lpstr>
      <vt:lpstr>Requisites</vt:lpstr>
      <vt:lpstr>Requisites</vt:lpstr>
      <vt:lpstr>Requisites</vt:lpstr>
      <vt:lpstr>Requisites</vt:lpstr>
      <vt:lpstr>Team composition &amp; Business case</vt:lpstr>
      <vt:lpstr>Team composition &amp; Business case</vt:lpstr>
      <vt:lpstr>Follow up and feedback</vt:lpstr>
      <vt:lpstr>Needs</vt:lpstr>
      <vt:lpstr>consideration</vt:lpstr>
      <vt:lpstr>Presentación de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Intelma</dc:creator>
  <cp:lastModifiedBy>Usuario</cp:lastModifiedBy>
  <cp:revision>96</cp:revision>
  <dcterms:modified xsi:type="dcterms:W3CDTF">2018-04-13T21:25:23Z</dcterms:modified>
</cp:coreProperties>
</file>